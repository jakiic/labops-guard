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afe8628568464c" /><Relationship Type="http://schemas.openxmlformats.org/officeDocument/2006/relationships/extended-properties" Target="/docProps/app.xml" Id="R84001959d67743d4" /><Relationship Type="http://schemas.openxmlformats.org/officeDocument/2006/relationships/officeDocument" Target="/ppt/presentation.xml" Id="Rad7654d8cc98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bf5682f714370"/>
  </p:sldMasterIdLst>
  <p:notesMasterIdLst>
    <p:notesMasterId xmlns:r="http://schemas.openxmlformats.org/officeDocument/2006/relationships" r:id="Ra0012f39fc654c2b"/>
  </p:notesMasterIdLst>
  <p:sldIdLst>
    <p:sldId xmlns:r="http://schemas.openxmlformats.org/officeDocument/2006/relationships" id="256" r:id="R054d46c648b94615"/>
    <p:sldId xmlns:r="http://schemas.openxmlformats.org/officeDocument/2006/relationships" id="257" r:id="Radb4ba315f254ce9"/>
    <p:sldId xmlns:r="http://schemas.openxmlformats.org/officeDocument/2006/relationships" id="258" r:id="R8ccb428bda364720"/>
    <p:sldId xmlns:r="http://schemas.openxmlformats.org/officeDocument/2006/relationships" id="259" r:id="Rc09164bbb3b14aca"/>
    <p:sldId xmlns:r="http://schemas.openxmlformats.org/officeDocument/2006/relationships" id="260" r:id="R659ec1c50b5d4540"/>
    <p:sldId xmlns:r="http://schemas.openxmlformats.org/officeDocument/2006/relationships" id="261" r:id="R26116c2b17ae4d67"/>
    <p:sldId xmlns:r="http://schemas.openxmlformats.org/officeDocument/2006/relationships" id="262" r:id="Rbe98e70053574f4a"/>
    <p:sldId xmlns:r="http://schemas.openxmlformats.org/officeDocument/2006/relationships" id="263" r:id="Re96d0d39dd3646ad"/>
    <p:sldId xmlns:r="http://schemas.openxmlformats.org/officeDocument/2006/relationships" id="264" r:id="R95d004ccb1304f38"/>
    <p:sldId xmlns:r="http://schemas.openxmlformats.org/officeDocument/2006/relationships" id="265" r:id="R53ebf6adc7a749b9"/>
    <p:sldId xmlns:r="http://schemas.openxmlformats.org/officeDocument/2006/relationships" id="266" r:id="Rd853e5df9a2648c1"/>
    <p:sldId xmlns:r="http://schemas.openxmlformats.org/officeDocument/2006/relationships" id="267" r:id="R345f70999fe747aa"/>
    <p:sldId xmlns:r="http://schemas.openxmlformats.org/officeDocument/2006/relationships" id="268" r:id="R2279efa33fbb4a06"/>
    <p:sldId xmlns:r="http://schemas.openxmlformats.org/officeDocument/2006/relationships" id="269" r:id="R38af2ee57b37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ee115fc4e4d22" /><Relationship Type="http://schemas.openxmlformats.org/officeDocument/2006/relationships/slideMaster" Target="/ppt/slideMasters/slideMaster1.xml" Id="Rdb6bf5682f714370" /><Relationship Type="http://schemas.openxmlformats.org/officeDocument/2006/relationships/notesMaster" Target="/ppt/notesMasters/notesMaster1.xml" Id="Ra0012f39fc654c2b" /><Relationship Type="http://schemas.openxmlformats.org/officeDocument/2006/relationships/presProps" Target="/ppt/presProps.xml" Id="Ra3788e63c1914d7a" /><Relationship Type="http://schemas.openxmlformats.org/officeDocument/2006/relationships/tableStyles" Target="/ppt/tableStyles.xml" Id="R8641c06befa44426" /><Relationship Type="http://schemas.openxmlformats.org/officeDocument/2006/relationships/slide" Target="/ppt/slides/slide1.xml" Id="R054d46c648b94615" /><Relationship Type="http://schemas.openxmlformats.org/officeDocument/2006/relationships/slide" Target="/ppt/slides/slide2.xml" Id="Radb4ba315f254ce9" /><Relationship Type="http://schemas.openxmlformats.org/officeDocument/2006/relationships/slide" Target="/ppt/slides/slide3.xml" Id="R8ccb428bda364720" /><Relationship Type="http://schemas.openxmlformats.org/officeDocument/2006/relationships/slide" Target="/ppt/slides/slide4.xml" Id="Rc09164bbb3b14aca" /><Relationship Type="http://schemas.openxmlformats.org/officeDocument/2006/relationships/slide" Target="/ppt/slides/slide5.xml" Id="R659ec1c50b5d4540" /><Relationship Type="http://schemas.openxmlformats.org/officeDocument/2006/relationships/slide" Target="/ppt/slides/slide6.xml" Id="R26116c2b17ae4d67" /><Relationship Type="http://schemas.openxmlformats.org/officeDocument/2006/relationships/slide" Target="/ppt/slides/slide7.xml" Id="Rbe98e70053574f4a" /><Relationship Type="http://schemas.openxmlformats.org/officeDocument/2006/relationships/slide" Target="/ppt/slides/slide8.xml" Id="Re96d0d39dd3646ad" /><Relationship Type="http://schemas.openxmlformats.org/officeDocument/2006/relationships/slide" Target="/ppt/slides/slide9.xml" Id="R95d004ccb1304f38" /><Relationship Type="http://schemas.openxmlformats.org/officeDocument/2006/relationships/slide" Target="/ppt/slides/slide10.xml" Id="R53ebf6adc7a749b9" /><Relationship Type="http://schemas.openxmlformats.org/officeDocument/2006/relationships/slide" Target="/ppt/slides/slide11.xml" Id="Rd853e5df9a2648c1" /><Relationship Type="http://schemas.openxmlformats.org/officeDocument/2006/relationships/slide" Target="/ppt/slides/slide12.xml" Id="R345f70999fe747aa" /><Relationship Type="http://schemas.openxmlformats.org/officeDocument/2006/relationships/slide" Target="/ppt/slides/slide13.xml" Id="R2279efa33fbb4a06" /><Relationship Type="http://schemas.openxmlformats.org/officeDocument/2006/relationships/slide" Target="/ppt/slides/slide14.xml" Id="R38af2ee57b37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f3edb490c7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f1a4c9ce64f87" /><Relationship Type="http://schemas.openxmlformats.org/officeDocument/2006/relationships/notesMaster" Target="/ppt/notesMasters/notesMaster1.xml" Id="R66f7bd8015b947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54ffca23064604" /><Relationship Type="http://schemas.openxmlformats.org/officeDocument/2006/relationships/notesMaster" Target="/ppt/notesMasters/notesMaster1.xml" Id="R1b46c23d3dc745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0d0582e974fe6" /><Relationship Type="http://schemas.openxmlformats.org/officeDocument/2006/relationships/notesMaster" Target="/ppt/notesMasters/notesMaster1.xml" Id="Rbd0e2d489a59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20cbe62ff8463a" /><Relationship Type="http://schemas.openxmlformats.org/officeDocument/2006/relationships/notesMaster" Target="/ppt/notesMasters/notesMaster1.xml" Id="Re26d7dd7168a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150df3659b47c7" /><Relationship Type="http://schemas.openxmlformats.org/officeDocument/2006/relationships/notesMaster" Target="/ppt/notesMasters/notesMaster1.xml" Id="Ree785be27299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91fb76a86349ea" /><Relationship Type="http://schemas.openxmlformats.org/officeDocument/2006/relationships/notesMaster" Target="/ppt/notesMasters/notesMaster1.xml" Id="Red78df49eaa8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6db052f62415a" /><Relationship Type="http://schemas.openxmlformats.org/officeDocument/2006/relationships/notesMaster" Target="/ppt/notesMasters/notesMaster1.xml" Id="Rf51e61635bca4b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d650fde55e4765" /><Relationship Type="http://schemas.openxmlformats.org/officeDocument/2006/relationships/notesMaster" Target="/ppt/notesMasters/notesMaster1.xml" Id="R238e1c6fc81d48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478aa91004418e" /><Relationship Type="http://schemas.openxmlformats.org/officeDocument/2006/relationships/notesMaster" Target="/ppt/notesMasters/notesMaster1.xml" Id="R1b06cbfc1a4743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7eeaf8870a4d9d" /><Relationship Type="http://schemas.openxmlformats.org/officeDocument/2006/relationships/notesMaster" Target="/ppt/notesMasters/notesMaster1.xml" Id="Rd720cb05440e48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b6953d1fa64c23" /><Relationship Type="http://schemas.openxmlformats.org/officeDocument/2006/relationships/notesMaster" Target="/ppt/notesMasters/notesMaster1.xml" Id="R4fa9c5e2252243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4a0d5e50b849d7" /><Relationship Type="http://schemas.openxmlformats.org/officeDocument/2006/relationships/notesMaster" Target="/ppt/notesMasters/notesMaster1.xml" Id="R47a42da2f15e4f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21c52ed4fc4643" /><Relationship Type="http://schemas.openxmlformats.org/officeDocument/2006/relationships/notesMaster" Target="/ppt/notesMasters/notesMaster1.xml" Id="R79e15713fea641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c48d1588484290" /><Relationship Type="http://schemas.openxmlformats.org/officeDocument/2006/relationships/notesMaster" Target="/ppt/notesMasters/notesMaster1.xml" Id="Rc15b2640b4b542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E:/AICompetition/LabOpsWorkspace/labops-guard/CURRENT_STATE.md</a:t>
            </a:r>
          </a:p>
          <a:p xmlns:a="http://schemas.openxmlformats.org/drawingml/2006/main">
            <a:r>
              <a:t>- E:/AICompetition/LabOpsWorkspace/labops-guard/evidence/agentteams/LABOPS-AT-003/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E:/AICompetition/LabOpsWorkspace/labops-guard/docs/competition-submission-draft.md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E:/AICompetition/LabOpsWorkspace/labops-guard/docs/competition-mapping.md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E:/AICompetition/LabOpsWorkspace/labops-guard/docs/security-model.md</a:t>
            </a:r>
          </a:p>
          <a:p xmlns:a="http://schemas.openxmlformats.org/drawingml/2006/main">
            <a:r>
              <a:t>- E:/AICompetition/LabOpsWorkspace/labops-guard/evidence/agentteams/LABOPS-AT-002/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E:/AICompetition/LabOpsWorkspace/labops-guard/docs/deployment.md</a:t>
            </a:r>
          </a:p>
          <a:p xmlns:a="http://schemas.openxmlformats.org/drawingml/2006/main">
            <a:r>
              <a:t>- E:/AICompetition/LabOpsWorkspace/labops-guard/docs/security-model.md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E:/AICompetition/LabOpsWorkspace/labops-guard/evidence/agentteams/LABOPS-AT-003/handoffs/</a:t>
            </a:r>
          </a:p>
          <a:p xmlns:a="http://schemas.openxmlformats.org/drawingml/2006/main">
            <a:r>
              <a:t>- E:/AICompetition/LabOpsWorkspace/labops-guard/agentteams/prompts/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E:/AICompetition/LabOpsWorkspace/labops-guard/schemas/</a:t>
            </a:r>
          </a:p>
          <a:p xmlns:a="http://schemas.openxmlformats.org/drawingml/2006/main">
            <a:r>
              <a:t>- E:/AICompetition/LabOpsWorkspace/labops-guard/evidence/agentteams/LABOPS-AT-003/handoffs/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E:/AICompetition/LabOpsWorkspace/labops-guard/skills/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E:/AICompetition/LabOpsWorkspace/labops-guard/evidence/agentteams/LABOPS-AT-003/plans/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E:/AICompetition/LabOpsWorkspace/labops-guard/runner/</a:t>
            </a:r>
          </a:p>
          <a:p xmlns:a="http://schemas.openxmlformats.org/drawingml/2006/main">
            <a:r>
              <a:t>- E:/AICompetition/LabOpsWorkspace/labops-guard/labops/runtime_capability.py</a:t>
            </a:r>
          </a:p>
          <a:p xmlns:a="http://schemas.openxmlformats.org/drawingml/2006/main">
            <a:r>
              <a:t>- E:/AICompetition/LabOpsWorkspace/labops-guard/evidence/agentteams/LABOPS-AT-003/runner/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E:/AICompetition/LabOpsWorkspace/labops-guard/evidence/agentteams/LABOPS-AT-003/trace/</a:t>
            </a:r>
          </a:p>
          <a:p xmlns:a="http://schemas.openxmlformats.org/drawingml/2006/main">
            <a:r>
              <a:t>- E:/AICompetition/LabOpsWorkspace/labops-guard/CURRENT_STATE.md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E:/AICompetition/LabOpsWorkspace/labops-guard/evidence/agentteams/LABOPS-AT-002/</a:t>
            </a:r>
          </a:p>
          <a:p xmlns:a="http://schemas.openxmlformats.org/drawingml/2006/main">
            <a:r>
              <a:t>- E:/AICompetition/LabOpsWorkspace/labops-guard/evidence/agentteams/LABOPS-AT-003/</a:t>
            </a:r>
          </a:p>
          <a:p xmlns:a="http://schemas.openxmlformats.org/drawingml/2006/main">
            <a:r>
              <a:t>- E:/AICompetition/LabOpsWorkspace/labops-guard/artifacts/demo-policy-violation/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http://127.0.0.1:8787/</a:t>
            </a:r>
          </a:p>
          <a:p xmlns:a="http://schemas.openxmlformats.org/drawingml/2006/main">
            <a:r>
              <a:t>- E:/AICompetition/LabOpsWorkspace/labops-guard/evidence/agentteams/LABOPS-AT-003/</a:t>
            </a:r>
          </a:p>
          <a:p xmlns:a="http://schemas.openxmlformats.org/drawingml/2006/main">
            <a:r>
              <a:t>- E:/AICompetition/LabOpsWorkspace/labops-guard/evidence/agentteams/LABOPS-AT-002/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E:/AICompetition/LabOpsWorkspace/labops-guard/RELEASE_NOTES.md</a:t>
            </a:r>
          </a:p>
          <a:p xmlns:a="http://schemas.openxmlformats.org/drawingml/2006/main">
            <a:r>
              <a:t>- E:/AICompetition/LabOpsWorkspace/labops-guard/KNOWN_LIMITATIONS.md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66511b93641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368f9c7ef4da5" /><Relationship Type="http://schemas.openxmlformats.org/officeDocument/2006/relationships/slideLayout" Target="/ppt/slideLayouts/slideLayout1.xml" Id="R09120fbbd0b049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20fbbd0b0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880dd7c774ed9" /><Relationship Type="http://schemas.openxmlformats.org/officeDocument/2006/relationships/notesSlide" Target="/ppt/notesSlides/notesSlide1.xml" Id="R375c6e65d0ca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3752367f481d" /><Relationship Type="http://schemas.openxmlformats.org/officeDocument/2006/relationships/notesSlide" Target="/ppt/notesSlides/notesSlide2.xml" Id="Rfd7375c1f7ed47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21a3cdb714070" /><Relationship Type="http://schemas.openxmlformats.org/officeDocument/2006/relationships/notesSlide" Target="/ppt/notesSlides/notesSlide3.xml" Id="R6f9fe817a821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189ba615141a5" /><Relationship Type="http://schemas.openxmlformats.org/officeDocument/2006/relationships/notesSlide" Target="/ppt/notesSlides/notesSlide4.xml" Id="R9d5251c2716e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2d5efea54301" /><Relationship Type="http://schemas.openxmlformats.org/officeDocument/2006/relationships/notesSlide" Target="/ppt/notesSlides/notesSlide5.xml" Id="R63d2620c44294d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4c17d7fd34a80" /><Relationship Type="http://schemas.openxmlformats.org/officeDocument/2006/relationships/notesSlide" Target="/ppt/notesSlides/notesSlide6.xml" Id="R56066dc55d244e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2b7ae99b46a9" /><Relationship Type="http://schemas.openxmlformats.org/officeDocument/2006/relationships/notesSlide" Target="/ppt/notesSlides/notesSlide7.xml" Id="Rd1bde2b1be8a45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d0b73409547a2" /><Relationship Type="http://schemas.openxmlformats.org/officeDocument/2006/relationships/notesSlide" Target="/ppt/notesSlides/notesSlide8.xml" Id="Rfb5ab0349dcb48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7e02e45124fb2" /><Relationship Type="http://schemas.openxmlformats.org/officeDocument/2006/relationships/notesSlide" Target="/ppt/notesSlides/notesSlide9.xml" Id="R6ae032a2bd9a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2606e86a4852" /><Relationship Type="http://schemas.openxmlformats.org/officeDocument/2006/relationships/notesSlide" Target="/ppt/notesSlides/notesSlide10.xml" Id="R7ed4341c37a74c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8c05d61d43c5" /><Relationship Type="http://schemas.openxmlformats.org/officeDocument/2006/relationships/notesSlide" Target="/ppt/notesSlides/notesSlide11.xml" Id="R19ff6cd0923f48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217ee28b442b9" /><Relationship Type="http://schemas.openxmlformats.org/officeDocument/2006/relationships/notesSlide" Target="/ppt/notesSlides/notesSlide12.xml" Id="R7184efc36fb744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52f2c57754f22" /><Relationship Type="http://schemas.openxmlformats.org/officeDocument/2006/relationships/image" Target="/ppt/media/image.jpeg" Id="R0a75f5cafdc74aa0" /><Relationship Type="http://schemas.openxmlformats.org/officeDocument/2006/relationships/notesSlide" Target="/ppt/notesSlides/notesSlide13.xml" Id="R839770a31a0d44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e4b9bb56b47f9" /><Relationship Type="http://schemas.openxmlformats.org/officeDocument/2006/relationships/notesSlide" Target="/ppt/notesSlides/notesSlide14.xml" Id="R17e34b3878864b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D1BCB-93E3-496F-9C09-CA42452E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GOAI · AGENT INFRA · AGENTTEAMS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12F7-3198-4D1B-8C75-47B99CD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390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F2FE6-E214-4152-9B1F-BE0D931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LabOps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EF762-4316-4AAA-ADF7-E4FB46B6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76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可信多智能体实验守护系统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D5523-3121-43C1-B974-22653FB7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把“猜问题”变成一条有证据、有审批、有验证的实验链路。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327F4-D44C-4A7F-BA2E-0274CA29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76650"/>
            <a:ext cx="21145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2A682-3B1F-40EA-A213-029BFE55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BC282-7504-46EB-9B8C-ADA1F155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24B69-BA3C-4C0E-B400-7A96525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76650"/>
            <a:ext cx="21145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6E258-04D7-4DB2-928F-97164D5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无审批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A780D-A915-4260-8189-FD7D8621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71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81D6E-7563-416B-BEE9-B82E126D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76650"/>
            <a:ext cx="21145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B805-EA0A-4972-86BB-B266611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C9EA0-0348-4C0E-809D-F87F9AD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0386D-A614-4B2E-8DD5-EA5FFF6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7338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41F9B-362E-4F81-8F29-3D5AE65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REAL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4808E-5F3D-4E29-B994-2092B50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43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70.00%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7841A-A485-46C8-9154-CB28DB1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错误 checkpoint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E7B5B-9186-4C02-9B3E-9877659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→ 98.12%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94E47-AEF3-43C2-B9EC-443F972D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PASS / RESOLVED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09DE3-6DE4-4C2F-A257-FD457D6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0540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66E75-1F7E-41A4-974E-26320D7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721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AT-002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13279-9E20-415A-B66E-C4449C6A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1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1B4DE-8E98-44DB-8024-A4A8B25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721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AT-003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B3B65-FF63-4C4B-9F9E-90A4791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19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PASS / RESOLVED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0B255-F1A8-4CF6-B097-18806943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7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POLICY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3CBAD-9A4B-4EBD-8BDB-95DF54EC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1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ROLLED_BACK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8BCC4-91CC-4A94-9D42-153DD6F3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v0.2.0-rc1</a:t>
            </a:r>
          </a:p>
        </p:txBody>
      </p:sp>
    </p:spTree>
    <p:extLst>
      <p:ext uri="{BB962C8B-B14F-4D97-AF65-F5344CB8AC3E}">
        <p14:creationId xmlns:p14="http://schemas.microsoft.com/office/powerpoint/2010/main" val="3947201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C1DCE-108B-4B35-842D-883C418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5E4C0-AA99-408B-B4FF-B67EECD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指标变好，不代表修复可信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CD906-173A-45D6-A821-63F3F41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5AC00-33FD-4933-B617-5645EEF5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B13C-AC6C-4BC9-9A44-98547EFF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504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01231-DDA9-497A-AF8C-1CF6581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37A6C-2BE9-4D56-9225-DBCC0749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指标回退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7F700-EE2F-4CAB-9F1C-74BAC5C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907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06052-2AA8-4830-ADD3-C8519250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1504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B2CB5-F8C9-4190-B016-09D6540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43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9CA31-B513-422A-B037-31356FF8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多人猜测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79C98-A0C6-4326-B097-F447EA2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C1AB1-1BA2-419B-9B3D-4198D3B5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1504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90F46-9056-494F-A361-18E1241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CB6AB-A39E-4841-A429-0CECB773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临时改动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7A94-DBAC-4010-B6C6-216DDC72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907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D705C-3787-4115-9FEF-56521AED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1504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DF8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C2B0C-5C5F-4215-83BB-B796714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14B6-7874-48BE-BD25-5A5733F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结果反弹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AC23D-545D-49EE-8AD1-0ACB904B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43050"/>
            <a:ext cx="3762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7DB24-99BA-4FC3-B31B-D2D9CC5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结果变好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EBFC8-D7EC-4838-8A6B-9A46CB1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10DDE-CE11-4531-A088-808F10AD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修复可信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E69C2-880A-4F9C-8339-E7D5B8D6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缺少证据链时，成功无法复核。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10458-6E86-4157-9B29-1A57EEC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33718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F2249-64D3-4227-908E-63B619B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472E7-FA87-4D2B-BB0A-34435C2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职责混淆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8E518-624B-40F4-ADBA-25ED6EFF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采集、诊断、执行和验收混在同一人或同一 Agent 中。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0E063-B9F5-4145-AC3E-6EDFA1C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33718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EC370-9653-4127-AC0F-83049A7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2C648-4C33-4F96-862F-B4F9FA1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权限失控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10B84-FA7B-48ED-8D42-BB5F6D4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24300"/>
            <a:ext cx="2971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为了赶时间修改评测代码、测试数据，甚至绕过审批。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F70A9-7F58-4AD3-9755-97A1029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7719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70466-91C2-4C94-AC91-CDFA9E7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35173-69B1-477B-B882-8D64D8A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闭环失真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C0BA6-583B-4DC9-88D8-12E9983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3371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只看最终数字，不验证哈希、执行范围和审计时序。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5551F-3C69-451F-B3BD-FCC15FB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LabOps Guard 解决的不是“谁更会修”，而是“什么修复才允许被系统承认”。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17D1D7-7F93-470E-8C33-41B7278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5883277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E4F93-0E36-4040-838D-DBC9A4B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/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6605B-972E-4B4A-AD92-AE226B7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面向 AI Infra 团队的可信实验响应协议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5BDA5-BE04-400C-9788-79525CDF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EE18E-ECA0-4A8E-98BD-09206E7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C38AC-ABC8-4134-9653-03551CF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6384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C1AEC-F520-434F-8FF2-9B4435A7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C5081-7DB6-4D02-861D-F0CB99B9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2257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快速定位 checkpoint、配置、依赖与数据问题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22C56-0677-403D-B754-EF5C1D7C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6384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B3892-B084-4DF5-8780-CC27C023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716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评测平台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11872-CE30-4905-BE26-F663CE3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09800"/>
            <a:ext cx="2257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保护 metric、验证集与评测目标不被污染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6C965-2E99-4668-9B41-DC34D91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26384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1545-47AD-4CAD-A752-7C303CF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70970-EF5F-410C-9940-6FE3D93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257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对证据采集、变更范围和访问权限设边界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1348-6845-47E7-B4F8-4BB3F48C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26384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4D28B-FFDE-4AEE-8A38-5F70A38B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7165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MLOps / Infra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9EAD8-EB42-4411-A83B-79652883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9800"/>
            <a:ext cx="2257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把审批、执行、回滚、审计固化为协议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C4184-A3D3-4675-B835-1E5B547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590925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6EB06-9FF8-4783-A6BE-A7CD66F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更快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A2681-3B03-472F-B003-995E43A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638C2-3E4E-43DD-B6E9-EB9FD4F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133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从“猜问题”转向证据约束的最小实验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81B03-2440-411B-A826-221B066F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590925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3B5AC-42D8-43A5-AEB7-8B1E3EF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766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更稳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7C062-F525-4100-9260-DC3D25D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672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C88A6-804A-4CFC-AF44-623EB75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14850"/>
            <a:ext cx="3133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越权修改、评测污染和假成功被明确阻塞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9048F-DA94-4457-835D-97D4B584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590925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AF893-4F98-4D54-992E-1253218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可迁移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81119-660D-4AD2-80C5-06EC0B7A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E4642-2C5B-4812-9111-8D720A2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3133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训练、评测、数据、发布共享同一协作契约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C39FE-D2F0-439A-AF00-D7E95FE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48350"/>
            <a:ext cx="6858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0C5A48-23AD-42E6-8214-7225157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55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不是一个聊天机器人，而是一套可审计的实验治理基础设施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A9E2A-38C0-41CB-B7DD-B9BFDA0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367938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63452-5412-4A67-87BC-7BC878FC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51B50-C7F9-442D-9232-48FCEEA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三道门决定一次修复能否被承认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D10F-4A36-48EC-BB15-E4F9CA19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B25E3-C0D3-4DA2-B051-0A8B942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EB896-1BEC-47DD-988E-730D76B4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5909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72AA4-E327-4186-9BD0-6A57206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38CA-591F-4ED2-BFF2-0FE038C2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无证据不诊断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9BDD-6DE6-4380-AF11-2D18C56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C11D2-9B0F-4681-8E36-BE672A3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Collector 只采白名单证据；缺失、失真或 Schema 错误直接阻塞。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50C41-5CCA-4180-99A4-E7F9B68C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62100"/>
            <a:ext cx="35909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A9981-4139-47AE-BB3D-6FA5A63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DA989-ED33-4EC9-9695-3423904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无审批不执行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E2849-CEAB-486D-A9EB-F7140221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004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E0D72-F394-4F9B-A759-59FDD80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86150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Executor 只消费已批准的结构化计划；批准前不产生实验动作。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6D73E-C8A1-4ACB-B61E-57C42C1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909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A00CE-AAC7-4F5C-A620-1B09D2B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BF15D-1BA0-40AA-9E28-B9E1D005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无验证不闭环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EFCCD-ED3F-4ABB-8E0C-8D80561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3133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40569-10DB-44BD-9DF8-11EB420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只有 Auditor 独立复核通过，事件才能进入 PASS / RESOLVED。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25631-F226-4751-8C69-FF64CE2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12299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74C6E-0246-4D01-A4DD-745ABAF8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BLOCKED 不是系统失败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BF153-CF61-47C7-B624-2F4FBDC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当依赖、权限或证据不满足时，安全停止本身就是正确结果。AT-002 被完整保留为正式案例。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05A79-DEC3-46E1-ACED-0FCF63A8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5128028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17DF2-2999-40A3-BBC9-3DBE08F8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EDB60-ADFB-492D-843E-85162441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决策面、执行面与证据面相互隔离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3A674-C0CA-45C2-8D61-78ABB0C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72DE3-9289-4124-8DEF-27C21F0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2D47-C4D4-4E88-8399-370A4504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39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61725-ECFA-46A2-AA5B-9982D01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DECISION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A7F01-4CD7-4E59-853B-66ED465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AgentTeams 六角色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A00CA-9BB4-45A6-964E-7710ABAF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38325"/>
            <a:ext cx="405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Commander → Collector → Analyst → Planner → Executor → Auditor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83B9-4173-44E3-A2AD-5CBF6E09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4310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68125-806B-4529-877F-D156EAD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02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Matrix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0CF1C-C9B7-43AE-A994-3669B08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A599B-F15F-453B-87E4-BDD88CE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432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C67AF-312C-4E34-A391-9091271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1239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03389-A1C8-4BA2-AF5A-432B621F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7BF2B-7933-4A58-9480-E1538D08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人工审批 + localhost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B48DF-0002-41B7-8613-F6D0FEF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43275"/>
            <a:ext cx="405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结构化计划、命令白名单、预算校验、append-only run_id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5ADFF-D4D0-40C2-B0D8-CAC5F6B9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4805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66DF1-8580-4785-9CEC-F05DB19C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052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 approval, no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F0AEC-0D41-47FA-BD01-D6DAADC9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481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C9962-0390-4B02-AF87-09E0F5EE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481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22122-181B-45C3-8320-9C4D88F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39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8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E4398-8B12-4586-B101-1AD48C6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EXECUTION &amp;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3B9EE-589C-4E38-86FC-833A755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8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断网 PyTorch Runner + Artifact / Trace /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D2EEE-FD00-49A9-BA52-FA2A2DC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48225"/>
            <a:ext cx="405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非 root、只读原始工作区、固定五类输出、三层哈希验证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4E657-BDD3-4486-ABA7-58EF0465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5300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BF776-02E0-433C-8628-C6E2DA44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0101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Network = none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9BF9A-179E-4F54-9101-45105C9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Worker 不安装 torch · 不持有 Docker socket · 不在实验时联网 · 不写入原始工作区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4FEEC-5184-42C3-B3A1-8177BDED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2035383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1334BD-640C-475E-BF1B-FEA451A1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6B2F7-BF9D-46D3-AEB5-6429014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六角色职责隔离：谁能做什么，也规定谁不能做什么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C6235-7B23-4042-BD51-945A24F7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D185A-8AF2-4232-A58D-47D3D84F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BCB9C-19F4-4979-8C72-F04FB68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50B20-7FF0-49FA-8515-3A1D4119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DB0E-DA2A-4438-BFF6-6A6E2C1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Incident Commander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6D41D-021A-46C8-8DBF-B1CEF6F6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拆解事件与分配任务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71E23-570E-40D0-B782-1ECE260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81A60-8948-4918-BE27-4B4863E7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边界：不代替专业角色产出结论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1B55C-657A-4DEC-8F10-411816A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859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1787F-AD1A-46F3-93E9-FE832F36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9D6E4-F8E1-4B4A-8DE6-CA5318C3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Collector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877DE-BC8B-44F7-9865-ED81C64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622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采集白名单证据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CFAFA-E338-40F5-A814-642BC67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432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CD0EC-28A3-47BB-BB00-FA91895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765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边界：不诊断、不修改工作区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DB158-432D-4751-83A1-04DC691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48FCF-16B8-4879-9064-D581F9FB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55917-D5D0-46C0-BC6C-5E4BC46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RCA Analyst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3FC6-6623-4D1D-AEF9-2F9C5D89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生成证据约束假设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F7BC0-6885-464D-AC44-2CA721E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F8266-6A3C-4CA4-B408-A4A0A5E7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边界：不执行、不越过证据边界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63978-6CB8-41F0-A0D7-5EB900EA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EE13D-2AD2-4A01-868E-624D371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89C0D-2826-4C73-A45D-4A1E414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Experiment 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9A001-5C95-4024-A781-E381ADA1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制定最小可回滚实验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7FD01-9640-4320-BFA5-7E77885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6109D-479B-4D0E-A21F-6EE2A5A4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边界：不批准自己的计划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C9EB7-E9EC-47D8-92BE-DDB18284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195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16E1B-A766-46E7-9C3C-5F31A7E3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90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84B10-709C-49E9-B251-AB3A4DD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957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 Executor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B5B55-5A6E-4498-93CF-B39AF167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958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批准后调用受限 Runner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15097-09D0-449D-BA18-9B654B58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68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D6654-0C1D-48CA-BEC9-B32A6B9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101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边界：不宣布修复成功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956C5-8B77-4D79-9C9C-185EE696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590925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718392-FFF2-412D-8AD4-4E8747B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A5C1D8-DC46-4F4C-B30F-9823E00F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Auditor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A31BC8-6D54-4B8C-92E6-6259E26F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独立验证并裁决闭环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988B3-F93E-44F5-B3F9-E01AF6F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37E908-FE2A-4483-9C93-7540333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边界：证据不足即拒绝收口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319B67-58FE-4C6F-8240-05689F1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86450"/>
            <a:ext cx="63627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E36676-8B52-4D57-955E-33C2E14C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4360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六角色真实运行 · 六次任务交接 · Auditor 拥有最终闭环裁决权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2D33FB-F040-4514-916E-929D93C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1272369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357C82-9575-47EA-B1C5-5C6FE8A4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 /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04C5-13E7-4934-9989-BA7DCDBA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每次交接都是一个可验证的结构化事件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542BE-89A1-4981-BC02-CA47E070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32918-713F-41A9-81F1-44DCB262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F0A25-1B82-4F15-A096-63852BDE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F972-6870-48C2-9ADB-ED9B8EA5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14D7E-9F77-4393-9B56-C10A87BC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67EAB-3FB7-4603-9699-24A8EF9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E70B2-B1D0-40A6-8C4E-B84E779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A24FB-09FE-4EEF-81D0-03CCD60E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96678-6B09-40B3-9D3D-2483687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786F8-BAE5-405F-932E-6C00168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B918D-E32E-41C4-B81F-9D1FBB9A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BC8FF-4B7E-4319-8AE7-EE39EA4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3A41-97A1-432C-8A89-2011CB7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29349-F76F-4D5A-94E1-0844924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86D2F-CD72-4B66-83D5-93AB784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61126-BA2E-4FE1-A1A0-6889E91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52CC7-1EFA-450C-88B7-652A3E7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0146C-91C7-4836-8E53-7EF4827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9991D-04CC-4F1A-BA6F-521FCA57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53689-EFEE-478B-B528-CFAF967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6172A-9084-4870-989F-09C83EC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60852-B094-4C1D-AEAC-1F4BC236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9ED34-7FA6-454D-92CE-BC718FD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6166B-6DA0-4FF0-8875-8E689C9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4B8A9-F966-4B3E-B25F-8057F0D1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DBC1E4-284A-45CE-869D-EEED1976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7533F-D5EA-451C-8B3B-338F9A2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57350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DDF8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24D423-2264-48C4-AA0F-9F97702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907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43E11F-8773-44B2-BBA8-077AA9C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5F903-F94B-4047-B101-B67095A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HANDOFF 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ADE3F-0162-4D98-B14F-2FAEF22B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9238C-42D2-414C-AD59-1097D76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4844E-94AD-4A32-9B6D-71CD2DA0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6B6B71-25F9-4064-A154-474E439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71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/ 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17D481-08BE-43E1-B8D5-3501E51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1945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6B654-86F4-4755-AB5B-FE766EC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input_artifacts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5A2CC3-08CB-4C48-B257-B39FAEEA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C0B06-9CDC-4EE8-B7D8-E7DF900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output_artifacts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F43C8C-4FB0-4330-A1FD-219211F2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EC428C-8990-40FF-AB29-2617767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timestamp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04C7AC-5374-407D-B71D-69F17B89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763DC1-C96C-426A-88F3-890C1FA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8F761-E478-4179-98B7-A7802427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62400"/>
            <a:ext cx="255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430C1D-314C-4544-82A6-E15BFF4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matrix_event_id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07A6C-A2EC-462B-ADC2-39A8CFE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201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FA2766-314E-43A9-8970-40EC6BF4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E05E26-FEE1-4D9B-B8B0-1F490DB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673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Schema 错误、证据缺失、审批时序不合法或 Trace 不一致，都不会被“智能补全”，而是明确进入 BLOCKED / INCONCLUSIVE。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1CD2D6-DDEA-458B-9607-5BB4B12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3301621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AE5B9B-A625-4195-9115-B99C71C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 /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67711-0112-4886-940D-1F1376F6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Skill 不是提示词，而是可复用的工程契约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4650F-57EA-46D7-A577-7BB68D5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D1A4A-5B03-4EBA-9EEA-2FF6F6A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FCA7F-A1CF-4790-808A-0641271E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7B802-E0F4-4575-83F3-E00DED83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AB12F-AB65-4F05-90FB-9DBFF42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incident-intake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FC622-A4D1-46D5-B4C7-F2F224A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受理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B972F-11B5-4429-A069-E650FAF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FF47C-AC1D-42C0-B565-315CDCC8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57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8DC16-E59A-48AD-8C02-BF3A258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evidence-collection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53D8A-F79E-4F69-B411-A04C9FEA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288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采证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602B3-2628-431E-940C-A7766B2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C025D-13C6-4476-9A68-75F47F0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71AD1-90EE-4783-9F43-84A3D60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rca-analysis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1DA73-A048-48C9-87B8-E53673D2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4C8E7-9EA8-414C-9121-FE10A88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432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00E8A-709C-4787-BE79-9DAD386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7705E-A77E-4B08-B421-394B30A8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experiment-planning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E03F5-653C-4DFE-ADE8-34542E53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48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009BF-3FF3-47A2-BE36-AD3E005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129B1-E71B-4CF4-8CAD-69727377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0A204-F36B-4DB3-A438-079FE62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safe-execution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C2B8E-7689-4516-9236-1847E6AC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360BD-E096-4FC2-A837-4309ABDB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32766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CA87C-7073-45F0-8988-16DC5339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6A551-91A4-4F37-A229-71CDB6D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624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verification-audit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BDCD7-6AD2-4F18-A544-D561E65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672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38DFF-44FE-49AA-B02D-DA1EEF93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94335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0F145-7AF0-4DB1-B627-1831742A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 Skill 必须声明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4424E-BBF7-44D0-932B-6B3095E2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76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AC6D4-947C-4F72-B328-5DF3275A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输入 / 输出 Schema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1ABD7-EA4E-4E34-B75E-FA62C09A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276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C287E-D9B1-4807-8177-52D2EFEA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调用条件与工具依赖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AC51AD-4337-45E3-BC62-011AE99B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276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C587F3-55A1-4E0B-AF69-19448D3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失败处理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2F0E57-720D-4742-8EAC-EB75C2A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3276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FAD19-CBB5-4F64-9D2E-EC142587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安全边界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C4ECA0-A6F8-410F-804F-8D6E7D18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3276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1AF67E-311A-41A2-B264-1A76EBD9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可复用场景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738A60-1B88-4283-B109-5DB2896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训练 · 评测 · 数据 · 发布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50F22-0D8C-48EE-884D-DE7005C1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同一契约，可迁移到不同 AI Infra 场景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AA0B71-1035-4408-9768-6AD548D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5743784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386F92-B2DE-4491-9D08-84FE1258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 /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8C8AD-ADD7-4C93-A9C3-4446B4D9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把假设压缩成一个可证明的最小实验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D9550-FA4A-415F-B482-80D7948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72AED-1242-4347-8520-9F7C436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76B48-9367-44D0-BBDF-0D28D611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81625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2E4EB-C5CC-40FA-83C6-ECFDC7AB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0C4F6-4911-4A5D-8195-072093ED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唯一变量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21A7F-63B3-48EF-909E-CD551B9C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eval_config.json: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75929-C5C3-420F-B49D-ED26703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210F8-2356-4A3C-963E-7B78C52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BCC4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82002-3ADF-44C1-9D3E-511E881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CPU / PyTorch 2.5.1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F4A7-0E46-4B52-A63E-E853F1F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C6FF7-81FA-4865-AB37-F8F0E81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BCC4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490B-AB95-43A9-BE91-051E349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 秒 · 3 次复算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6FBEE-018B-467D-A107-DA0CAE3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25562-33DF-4D34-B656-791EA3D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BCC4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11FDB-B819-49CA-9C8B-3CCD9D2C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B38B8-E894-4BD0-9EF0-0AFD3DF7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7F6DD-FD72-476B-9A8E-308BB10E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BCC4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40058-95BF-4602-BA56-25EF4E1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read-only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14477-63BC-4958-8B91-84B0FA6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C94F2-EEBC-478F-930E-8597000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5372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C8CAF-5529-4792-9D8D-E36B8B3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3B43D-1A28-43BB-9C78-4866F006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禁止修改 metric.py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8E6B3-AB00-4F3C-8D37-6AA8170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372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462E8-3B0A-4302-ACAF-6306321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C85B0-11A1-4180-805B-124130F3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禁止修改验证数据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2ECDC-8AE6-454B-B72E-E4BC8E00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5372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AFB45-A1F3-4238-9DB5-9C46DE53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C8F72-AF18-4A7C-956A-3AEA1D90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禁止更换评测目标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70A16-681B-41BC-9ED7-DBB85C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372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343CA-BC56-4BC1-BCF6-8251034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9A326-C805-4630-A233-1E6A475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禁止写入原始工作区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C01B8-7694-4580-9383-0CBB52A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537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DDF8EC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3786D-B829-4BE1-BCEE-B094CD22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成功条件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205B2E-17B9-4047-89BB-DB29946D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6735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98%±容差 · 三次一致 · 保护文件哈希不变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DD73F-D218-48E5-B05C-6B3FE7D6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34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C14331-88A2-4398-8010-896CF94B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34050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恢复原配置并再次比对保护文件哈希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D7A1F9-495C-4D74-AE4F-CBD509B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9622217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CA561E-3C0C-4805-8BE3-FF99BD23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 /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B2189-CD94-4524-9218-1C3618F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Safe Executor 只调用受限 Runner，不直接跑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71840-B6E3-4356-B035-CF97465F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33FD7-DF5F-45D2-92E0-4FF6E5F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1E93D-2437-457B-84B4-37DBA465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C6AC-76FB-426C-8845-5708E71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C57EA-E88E-458D-B209-483C8EC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 torch</a:t>
            </a:r>
          </a:p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 Docker 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12C36-86D0-4647-B2E1-7459CBA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384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FA55B-0238-4D26-9E70-51B64C7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7429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7056-71F4-4D89-A692-5F2F7AA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E60D-9008-4B76-B548-64252A8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1981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BC3D7-48AC-4460-AE0B-62E3D9B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859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localhost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05A6A-4914-4BC2-875D-79EF875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结构校验</a:t>
            </a:r>
          </a:p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审批校验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D496-3440-4760-8D23-1C2FAEF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384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DAF01-673A-4BCC-8661-F6E5822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7429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73BC9-4F50-40A7-9D7B-28C5E7E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28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A6085-5B8F-4BDC-80AA-E48A9337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19812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0277A-C518-4A21-ABDA-CDFFF494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CPU Runner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7949B-8177-4104-9B55-0F03BBD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非 root · 断网</a:t>
            </a:r>
          </a:p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只读源目录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09779-4B8A-4EE9-8685-70827B3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943350" cy="3028950"/>
          </a:xfrm>
          <a:prstGeom xmlns:a="http://schemas.openxmlformats.org/drawingml/2006/main" prst="roundRect">
            <a:avLst>
              <a:gd name="adj" fmla="val 4403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39137-79F0-4489-9A1F-5E7B1EA2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RuntimeCapabilityCheck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2C0F4-52AF-4207-8AFD-E088AC1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8 / 8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0AAE6-525F-4377-B437-101218A8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52A91-40D5-415E-BA7C-FA671FBB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image + torch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D0F75-DE60-4B8B-89B5-784EEE3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B3C28-0FB0-4AE0-89E8-E541AEFC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checkpoint + config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FA328-C054-46D9-9234-047BEDA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EC552-1BDD-4321-AE69-F715FFFA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path + budget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9EE32-ADB2-4BE8-B434-92598254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7185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8364F"/>
          </a:solidFill>
          <a:ln xmlns:a="http://schemas.openxmlformats.org/drawingml/2006/main" w="9525">
            <a:solidFill>
              <a:srgbClr val="1836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4A59C-99D7-4082-9D55-D9AA3A17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command allowlist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CA64A-8387-453D-A741-7ADADDE1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Runner 固定输出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1CA83-67DD-4F64-9A2C-516E1913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2009775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F5418-27F8-4117-97DD-3AD3A039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D427A-6776-4795-BAFD-FC7E06E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run_result.json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C4FAD4-E1A9-490F-B3F5-330D035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10050"/>
            <a:ext cx="2009775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0C2A58-10E9-425A-8717-2C862CA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24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0AB794-DF2F-49A0-B0BC-A8C08347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1010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4125F0-CCAE-4CAE-9FE9-47836D1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2009775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22719D-5F59-4CCC-95D6-21D68D6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E37FB-C7F1-489D-B10F-0BE3E55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stdout.log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FAD90D-6C13-4928-974D-B5865719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10050"/>
            <a:ext cx="2009775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94E000-E16C-4294-8710-A7F9B54B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C0F9C9-8A0F-4241-886E-B911B072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010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stderr.log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3D900-A1D6-4B01-9A60-C852E6DB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2009775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12F02B-53E5-499C-AA25-3AD83CAF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C71EF7-39EE-4787-91D1-E67951B8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artifact_manifest.json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B4C6C5-6B48-4351-8209-637D6CE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72961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4D355F-8B16-4BD4-BE92-34BA319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816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image: labops/pytorch-cpu-runner:0.1.0 · network=none · credentials=false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24C0D6-55DC-4E6B-9D83-E429997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4961935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47F29-8F61-4AA1-B1E6-969CECE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/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680BC-CD83-4E5F-8949-F54BDA5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Auditor 不是“盖章”，而是独立证明没有假成功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687D-F16A-41A7-ADBC-10C791E8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0E8CE-43D7-4B28-883F-5B39462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EBEC7-F66C-4287-A8BA-F7D46D6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4102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BE4B3-CB4F-47D4-BABD-BA27E04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406A2-27B7-4A7F-A075-7F36479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14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C41A9-3AC3-4FF1-B594-1F2F9301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✓  三次指标一致性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E38C7-3C99-475B-89AA-4E2E297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14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E24D4-B2A1-4956-8C8E-8C044F5A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✓  metric / validation 哈希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54F8E-A94A-462B-90F0-6A68258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14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E0659-31E4-4631-A812-802535FF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✓  变更路径与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190DC-BB2A-486E-8891-F78300B9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14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B29B8-E5E0-4593-A1E4-F50D22D3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✓  审批发生在执行之前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163C4-BAF7-42D7-AD95-F0FFF3F2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14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CDC62-653C-487B-88DB-41280CC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✓  Trace 事件唯一且链连续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48C0D-05D2-4B7A-ADCE-C016B63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54673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1D2E1-C43D-423B-97A9-022E05F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75F6E-112B-47EC-BF23-9FE3A8E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不宣称 Auditor 在 Worker 内重新运行模型。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E46F3-5892-4253-AB47-B0AC3DA7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它独立验证 Runner 原始输出、哈希、审批时序、执行范围与 Trace；证据不足时保持 INCONCLUSIVE / BLOCKED。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97699-5075-4C14-8BB3-F284612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20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5E7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D9CEA-39F9-41A1-B53A-AC11013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首次审计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DDF6A-74FE-4302-8C50-9A00BA7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发现重复 Event ID → 拒绝收口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5DD90-6713-435A-805A-4A905CC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修正后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2C586-BFA8-4166-BF14-5F682DC4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重新校验 → CHAIN_OK / ACCEPTED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6B942-AD7B-41B0-82C4-E9ECF19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审计失败不是障碍，而是系统安全机制真正发挥作用的证据。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D4B66-D497-4AA7-8E38-E789CAB8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14271254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A3F22-CDA8-43EC-AA88-EEE7135F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 /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E00CF-BD92-48C5-81B6-8E37A3B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三种输入，三种诚实结果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9A425-7A45-4AA7-9C57-D5019A22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EA1E9-3849-491C-B6BE-71A80F80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134D1-2FC1-497E-8B09-01C7558D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204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DD642-6E5B-426B-ACFF-089ADC5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AT-002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36229-41E6-461B-AD32-C261DE46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Worker 缺少 torch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E85C0-CF30-4F80-8FE1-2D8965DE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不在线安装 · 不用模拟指标替代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1AE6C-0419-466E-84F0-DC14CD94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514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E15CA-C4C4-47A9-904A-2557E4B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69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EACC-666E-4B56-9EA7-19DC91A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1220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8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5C7D7-87F5-4749-93AF-811D2B8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AT-003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CB909-D921-4031-B0F8-1D992EF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合法 checkpoint 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CD4AC-9C9F-4827-BEF0-F338F877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70.00% → 98.12% · 三次一致 · 保护文件未变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F6C70-4577-45C3-BAEB-9FBF408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514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F583B-9761-43A2-A376-58C07F69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 / RESOLVED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17A62-C7B9-4DE0-B036-6709A91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2204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E5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A1046-DD2D-4710-8D7B-3BCFFFBB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EFEDB-8DEB-4EFF-B84E-AB0DE606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篡改 metric.py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67EE0-D42D-411D-925F-49A07D4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72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策略拒绝 · 哈希检测 · 回滚恢复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A1E3D-20DB-4CE1-A5A3-3036CDE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81625"/>
            <a:ext cx="2514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C1762-8886-4249-AFB3-EFDE115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387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POLICY_VIOLATION / ROLLED_BACK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6EEC6-9514-4A35-9BCA-92296D7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00525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4B3BF-D757-43BC-BC80-EAAAFE6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00525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6ADB4-3445-4E97-BB64-A8907CC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0052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0CE61-5044-438E-B308-534E9CE6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338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70.00%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559B95-B7F5-43CA-813B-56A4AAC9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98.12%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D2315-8C86-4C79-8C06-A3C1491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LABOPS GUARD · GOAI AGENT INFRA</a:t>
            </a:r>
          </a:p>
        </p:txBody>
      </p:sp>
    </p:spTree>
    <p:extLst>
      <p:ext uri="{BB962C8B-B14F-4D97-AF65-F5344CB8AC3E}">
        <p14:creationId xmlns:p14="http://schemas.microsoft.com/office/powerpoint/2010/main" val="6656098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C81B2-121B-456E-B59B-BA38F23F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2CA70-348C-438C-84C5-4CF8A0D4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仪表盘展示的是证据包，不是角色提示词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102A6-420A-45EB-9AAE-9D4FB28F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96985-F06B-4EFB-8291-D18C000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FD6CC-2887-4A2D-802D-95BC7A4F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85900"/>
            <a:ext cx="6667500" cy="4457700"/>
          </a:xfrm>
          <a:prstGeom xmlns:a="http://schemas.openxmlformats.org/drawingml/2006/main" prst="roundRect">
            <a:avLst>
              <a:gd name="adj" fmla="val 2991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5f5cafdc74aa0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1543050"/>
            <a:ext cx="655320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59FA1-2B77-4A87-92BC-0CFB4F1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真实证据包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2633-197F-44A4-919C-3630672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9240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AEA8F-EB12-479D-8CE8-C4098BC3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88130-FD82-4223-88AA-6FDFE1F0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B3CB0-B858-40FC-85BA-460BDB08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33600"/>
            <a:ext cx="19240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1EE3E-C8E3-4093-AC55-F4FD47D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2C6B0-0A65-41D0-9054-8AC60B9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2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次交接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9B26A-0E72-4D6C-8DE0-D4AE617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9240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6F480-3442-42A0-BBB4-9D14AF6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1764D-7F7D-4623-AB42-88F52BF6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AT-003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55681-2154-4E11-88EE-818CB97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19240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7D36C-BA70-441C-94B8-1433AA1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F47C9-02D9-4191-9A95-FEB4D09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24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Trace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FF3CB-9122-4944-BFE5-0413C747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三层完整性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E4BE2-148D-45F5-AD59-7EFFA94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4000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10EA1-2C9E-43F2-A130-116949D8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ZIP SHA-256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C5528-8E8D-4BD3-A0C0-3DC4AF29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4000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34417-E52D-4624-B263-13ACE57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Artifact manifest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EC288-AA4F-4C37-8508-157C298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4000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FE41A-9016-49C2-A005-2E613131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 hash chain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4E2F7-A99F-462D-AE7A-F88E190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DASHBOARD SOURCE · REAL AT-002 / AT-003 ARCHIVES</a:t>
            </a:r>
          </a:p>
        </p:txBody>
      </p:sp>
    </p:spTree>
    <p:extLst>
      <p:ext uri="{BB962C8B-B14F-4D97-AF65-F5344CB8AC3E}">
        <p14:creationId xmlns:p14="http://schemas.microsoft.com/office/powerpoint/2010/main" val="20100907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8C5EFC-A9B2-463C-BC40-E825B39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 / OPEN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44C8A-DD2E-419A-B69F-6843BF21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把一次 Demo 固化成可复用的 Agent Infra 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8B0E7-8EB4-4916-9760-993ABF7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CCB02-C331-4039-8185-7DA03BA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85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FF1C6-836D-4C82-8B76-726733DD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已开放 / 可复用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14FBB-1126-4943-82A5-B58B70A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D5116-2D57-43B0-AD73-443E79D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F4F1B-60BD-46AD-B446-B667F2B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89A0F-BF13-43C0-9D45-59C8D90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六类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92260-08AC-463D-B950-508B3E6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FDA97-7FDD-4B43-BD5B-B5A2543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Runner 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B2121-4C6E-45E0-8C52-A82EDD5E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A0014-0594-4FD0-BBDD-BDE2F7B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策略与回滚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6E099-F0B6-4DD5-9A55-A075BC9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748DD-0DA8-4310-8ABD-835A7691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AT-002 / AT-003 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D0F8E-87BE-44AF-A3AF-8E75C00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2019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CA0B0-FE80-42AE-BF64-4BA5EB20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离线 RC 交付包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04C2C-DBA3-4BAF-807B-CDDAE252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04950"/>
            <a:ext cx="6248400" cy="337185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0C2238"/>
          </a:solidFill>
          <a:ln xmlns:a="http://schemas.openxmlformats.org/drawingml/2006/main" w="9525">
            <a:solidFill>
              <a:srgbClr val="0C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968F2-78E8-4809-87DA-B2110F9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52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2737E-72EA-4615-9A2D-8EEE882B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33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89F7E-C775-4D7D-B12B-1C69514D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Runner 二次评测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D168F-5A0F-4BE3-8845-3D134FD2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让 Auditor 可在隔离环境重放关键验证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918CB-B54B-4335-9843-F004F0B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563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0CF39-5C55-4F1D-9FE6-3166CB9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71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D6787-627D-482B-AF85-65C2744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集中可观测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7FF4F-8280-4D6A-A78D-F2BE1AE4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统一 Matrix、Artifact、Trace 和指标检索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E6F60-3B08-4379-8744-53B3D30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24250"/>
            <a:ext cx="563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CAD0F-F979-4F2E-9000-E418AB84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0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6572C-C495-45A2-98C5-F6FB85D8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更多真实场景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C8B39-494B-49D2-AED9-6D830C7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训练失败、数据质量、评测污染、发布验证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97229-6105-4DA4-8ED7-953A6E5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20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245B5-3B96-44E2-B357-8BF9EDD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当前事实边界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DCF8B-5C26-4C2F-ABE3-1108462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AT-002 保持 BLOCKED；AT-003 基于真实 Runner 证据进入 RESOLVED；Auditor 尚未在 Worker 中重跑模型。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90FC3-6BCA-4D0B-B802-093748B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20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LabOps Guard · 让多 Agent 不只完成任务，更能可信地决定任务是否允许完成。</a:t>
            </a:r>
          </a:p>
        </p:txBody>
      </p:sp>
    </p:spTree>
    <p:extLst>
      <p:ext uri="{BB962C8B-B14F-4D97-AF65-F5344CB8AC3E}">
        <p14:creationId xmlns:p14="http://schemas.microsoft.com/office/powerpoint/2010/main" val="1505543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2026-08-04T02:51:31.5160000Z</dcterms:created>
  <dcterms:modified xsi:type="dcterms:W3CDTF">2026-08-04T02:51:31.5160000Z</dcterms:modified>
</coreProperties>
</file>