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d6c20ca8d4a51" /><Relationship Type="http://schemas.openxmlformats.org/officeDocument/2006/relationships/extended-properties" Target="/docProps/app.xml" Id="R8a4254d7faf6418f" /><Relationship Type="http://schemas.openxmlformats.org/officeDocument/2006/relationships/officeDocument" Target="/ppt/presentation.xml" Id="R81296fcb4ed040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2c70dc8c564517"/>
    <p:sldMasterId xmlns:r="http://schemas.openxmlformats.org/officeDocument/2006/relationships" id="2147483650" r:id="Rfea8a74e9a8c4044"/>
  </p:sldMasterIdLst>
  <p:notesMasterIdLst>
    <p:notesMasterId xmlns:r="http://schemas.openxmlformats.org/officeDocument/2006/relationships" r:id="Rbe36756af435460d"/>
  </p:notesMasterIdLst>
  <p:sldIdLst>
    <p:sldId xmlns:r="http://schemas.openxmlformats.org/officeDocument/2006/relationships" id="256" r:id="Rca0c0f20338c4f2f"/>
    <p:sldId xmlns:r="http://schemas.openxmlformats.org/officeDocument/2006/relationships" id="257" r:id="Rade1c8d9d850458f"/>
    <p:sldId xmlns:r="http://schemas.openxmlformats.org/officeDocument/2006/relationships" id="258" r:id="R18c4cbe03675492a"/>
    <p:sldId xmlns:r="http://schemas.openxmlformats.org/officeDocument/2006/relationships" id="259" r:id="R0928f868dcce42b9"/>
    <p:sldId xmlns:r="http://schemas.openxmlformats.org/officeDocument/2006/relationships" id="260" r:id="Ra2583ee1f77140ce"/>
    <p:sldId xmlns:r="http://schemas.openxmlformats.org/officeDocument/2006/relationships" id="261" r:id="R9ce05f212c2e46f0"/>
    <p:sldId xmlns:r="http://schemas.openxmlformats.org/officeDocument/2006/relationships" id="262" r:id="R48e14c61b79c4eed"/>
    <p:sldId xmlns:r="http://schemas.openxmlformats.org/officeDocument/2006/relationships" id="263" r:id="Rc89f5678a90a484b"/>
    <p:sldId xmlns:r="http://schemas.openxmlformats.org/officeDocument/2006/relationships" id="264" r:id="R1e27b1914c7e4e1b"/>
    <p:sldId xmlns:r="http://schemas.openxmlformats.org/officeDocument/2006/relationships" id="265" r:id="R5b89b65e3cb34a9f"/>
    <p:sldId xmlns:r="http://schemas.openxmlformats.org/officeDocument/2006/relationships" id="266" r:id="R4ee46f33c05f467c"/>
    <p:sldId xmlns:r="http://schemas.openxmlformats.org/officeDocument/2006/relationships" id="267" r:id="R60d380c4aefc40cf"/>
    <p:sldId xmlns:r="http://schemas.openxmlformats.org/officeDocument/2006/relationships" id="268" r:id="Rd0d05623175d4e73"/>
    <p:sldId xmlns:r="http://schemas.openxmlformats.org/officeDocument/2006/relationships" id="269" r:id="R30bb84f31e46472b"/>
    <p:sldId xmlns:r="http://schemas.openxmlformats.org/officeDocument/2006/relationships" id="270" r:id="R9dd4839309284b98"/>
    <p:sldId xmlns:r="http://schemas.openxmlformats.org/officeDocument/2006/relationships" id="271" r:id="R711ec65c2aae4a6d"/>
    <p:sldId xmlns:r="http://schemas.openxmlformats.org/officeDocument/2006/relationships" id="272" r:id="R80be78ecf7b146a4"/>
    <p:sldId xmlns:r="http://schemas.openxmlformats.org/officeDocument/2006/relationships" id="273" r:id="Ra2ef593e2e95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ef2e7d1f94b14" /><Relationship Type="http://schemas.openxmlformats.org/officeDocument/2006/relationships/slideMaster" Target="/ppt/slideMasters/slideMaster1.xml" Id="Ra12c70dc8c564517" /><Relationship Type="http://schemas.openxmlformats.org/officeDocument/2006/relationships/slideMaster" Target="/ppt/slideMasters/slideMaster2.xml" Id="Rfea8a74e9a8c4044" /><Relationship Type="http://schemas.openxmlformats.org/officeDocument/2006/relationships/notesMaster" Target="/ppt/notesMasters/notesMaster1.xml" Id="Rbe36756af435460d" /><Relationship Type="http://schemas.openxmlformats.org/officeDocument/2006/relationships/presProps" Target="/ppt/presProps.xml" Id="R36abe5dab742466f" /><Relationship Type="http://schemas.openxmlformats.org/officeDocument/2006/relationships/viewProps" Target="/ppt/viewProps.xml" Id="Raf74a5ca6f8d4f33" /><Relationship Type="http://schemas.openxmlformats.org/officeDocument/2006/relationships/tableStyles" Target="/ppt/tableStyles.xml" Id="R0ddc2ffd14d94343" /><Relationship Type="http://schemas.openxmlformats.org/officeDocument/2006/relationships/slide" Target="/ppt/slides/slide1.xml" Id="Rca0c0f20338c4f2f" /><Relationship Type="http://schemas.openxmlformats.org/officeDocument/2006/relationships/slide" Target="/ppt/slides/slide2.xml" Id="Rade1c8d9d850458f" /><Relationship Type="http://schemas.openxmlformats.org/officeDocument/2006/relationships/slide" Target="/ppt/slides/slide3.xml" Id="R18c4cbe03675492a" /><Relationship Type="http://schemas.openxmlformats.org/officeDocument/2006/relationships/slide" Target="/ppt/slides/slide4.xml" Id="R0928f868dcce42b9" /><Relationship Type="http://schemas.openxmlformats.org/officeDocument/2006/relationships/slide" Target="/ppt/slides/slide5.xml" Id="Ra2583ee1f77140ce" /><Relationship Type="http://schemas.openxmlformats.org/officeDocument/2006/relationships/slide" Target="/ppt/slides/slide6.xml" Id="R9ce05f212c2e46f0" /><Relationship Type="http://schemas.openxmlformats.org/officeDocument/2006/relationships/slide" Target="/ppt/slides/slide7.xml" Id="R48e14c61b79c4eed" /><Relationship Type="http://schemas.openxmlformats.org/officeDocument/2006/relationships/slide" Target="/ppt/slides/slide8.xml" Id="Rc89f5678a90a484b" /><Relationship Type="http://schemas.openxmlformats.org/officeDocument/2006/relationships/slide" Target="/ppt/slides/slide9.xml" Id="R1e27b1914c7e4e1b" /><Relationship Type="http://schemas.openxmlformats.org/officeDocument/2006/relationships/slide" Target="/ppt/slides/slide10.xml" Id="R5b89b65e3cb34a9f" /><Relationship Type="http://schemas.openxmlformats.org/officeDocument/2006/relationships/slide" Target="/ppt/slides/slide11.xml" Id="R4ee46f33c05f467c" /><Relationship Type="http://schemas.openxmlformats.org/officeDocument/2006/relationships/slide" Target="/ppt/slides/slide12.xml" Id="R60d380c4aefc40cf" /><Relationship Type="http://schemas.openxmlformats.org/officeDocument/2006/relationships/slide" Target="/ppt/slides/slide13.xml" Id="Rd0d05623175d4e73" /><Relationship Type="http://schemas.openxmlformats.org/officeDocument/2006/relationships/slide" Target="/ppt/slides/slide14.xml" Id="R30bb84f31e46472b" /><Relationship Type="http://schemas.openxmlformats.org/officeDocument/2006/relationships/slide" Target="/ppt/slides/slide15.xml" Id="R9dd4839309284b98" /><Relationship Type="http://schemas.openxmlformats.org/officeDocument/2006/relationships/slide" Target="/ppt/slides/slide16.xml" Id="R711ec65c2aae4a6d" /><Relationship Type="http://schemas.openxmlformats.org/officeDocument/2006/relationships/slide" Target="/ppt/slides/slide17.xml" Id="R80be78ecf7b146a4" /><Relationship Type="http://schemas.openxmlformats.org/officeDocument/2006/relationships/slide" Target="/ppt/slides/slide18.xml" Id="Ra2ef593e2e95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894877192524c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cd9c6a71344ab" /><Relationship Type="http://schemas.openxmlformats.org/officeDocument/2006/relationships/notesMaster" Target="/ppt/notesMasters/notesMaster1.xml" Id="R9f02638c043e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60317a8ef44edb" /><Relationship Type="http://schemas.openxmlformats.org/officeDocument/2006/relationships/notesMaster" Target="/ppt/notesMasters/notesMaster1.xml" Id="R1801721850bc47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8e9456a2244b5" /><Relationship Type="http://schemas.openxmlformats.org/officeDocument/2006/relationships/notesMaster" Target="/ppt/notesMasters/notesMaster1.xml" Id="R3905b7cad782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56988c0e5244e0" /><Relationship Type="http://schemas.openxmlformats.org/officeDocument/2006/relationships/notesMaster" Target="/ppt/notesMasters/notesMaster1.xml" Id="Reae7973abb6346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321ea8ce0416c" /><Relationship Type="http://schemas.openxmlformats.org/officeDocument/2006/relationships/notesMaster" Target="/ppt/notesMasters/notesMaster1.xml" Id="R9c56bb351d3f43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0f7fc759dd43a6" /><Relationship Type="http://schemas.openxmlformats.org/officeDocument/2006/relationships/notesMaster" Target="/ppt/notesMasters/notesMaster1.xml" Id="R2e8ab269e2ef41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cc66ed5b204d0a" /><Relationship Type="http://schemas.openxmlformats.org/officeDocument/2006/relationships/notesMaster" Target="/ppt/notesMasters/notesMaster1.xml" Id="Ra5dd6bbca3404b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6ef998d324b7c" /><Relationship Type="http://schemas.openxmlformats.org/officeDocument/2006/relationships/notesMaster" Target="/ppt/notesMasters/notesMaster1.xml" Id="Rbae1dea8db4448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62c9629b14ead" /><Relationship Type="http://schemas.openxmlformats.org/officeDocument/2006/relationships/notesMaster" Target="/ppt/notesMasters/notesMaster1.xml" Id="Rf44ab2d66a764b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06516f29fd4140" /><Relationship Type="http://schemas.openxmlformats.org/officeDocument/2006/relationships/notesMaster" Target="/ppt/notesMasters/notesMaster1.xml" Id="R471baa122cc94a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82a5f693e4b1e" /><Relationship Type="http://schemas.openxmlformats.org/officeDocument/2006/relationships/notesMaster" Target="/ppt/notesMasters/notesMaster1.xml" Id="Rdf8a7c84cf3b4b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721c54a34411d" /><Relationship Type="http://schemas.openxmlformats.org/officeDocument/2006/relationships/notesMaster" Target="/ppt/notesMasters/notesMaster1.xml" Id="Rf58b32b09a38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03c850cc604a49" /><Relationship Type="http://schemas.openxmlformats.org/officeDocument/2006/relationships/notesMaster" Target="/ppt/notesMasters/notesMaster1.xml" Id="R6f75fd33535a49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c84289f58742d7" /><Relationship Type="http://schemas.openxmlformats.org/officeDocument/2006/relationships/notesMaster" Target="/ppt/notesMasters/notesMaster1.xml" Id="Rc2fcce1d529b42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0c5e250c5847a2" /><Relationship Type="http://schemas.openxmlformats.org/officeDocument/2006/relationships/notesMaster" Target="/ppt/notesMasters/notesMaster1.xml" Id="R5f462c261de24a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1aab528621454b" /><Relationship Type="http://schemas.openxmlformats.org/officeDocument/2006/relationships/notesMaster" Target="/ppt/notesMasters/notesMaster1.xml" Id="Re245c6a8627f49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709d8f02a6436c" /><Relationship Type="http://schemas.openxmlformats.org/officeDocument/2006/relationships/notesMaster" Target="/ppt/notesMasters/notesMaster1.xml" Id="Re957996f8ae145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07bfce38474f6a" /><Relationship Type="http://schemas.openxmlformats.org/officeDocument/2006/relationships/notesMaster" Target="/ppt/notesMasters/notesMaster1.xml" Id="Rf83b35d1807141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CURRENT_STATE.md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demo/output-agentteams-at004/evidence_manifest.json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PLAN.md; docs/observability.md; OpenTelemetry official semantic-convention documentation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PLAN.md; KNOWN_LIMITATIONS.md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5d9b741e943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8e6609da9845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6d64c4d4cf4eb5" /><Relationship Type="http://schemas.openxmlformats.org/officeDocument/2006/relationships/slideLayout" Target="/ppt/slideLayouts/slideLayout1.xml" Id="R76d825d1c592429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b392b5ca4774380" /><Relationship Type="http://schemas.openxmlformats.org/officeDocument/2006/relationships/slideLayout" Target="/ppt/slideLayouts/slideLayout2.xml" Id="R68fdc85a3c9648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d825d1c592429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8fdc85a3c9648b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8cbef0e974696" /><Relationship Type="http://schemas.openxmlformats.org/officeDocument/2006/relationships/notesSlide" Target="/ppt/notesSlides/notesSlide1.xml" Id="R9966506ca762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798448bc14e94" /><Relationship Type="http://schemas.openxmlformats.org/officeDocument/2006/relationships/notesSlide" Target="/ppt/notesSlides/notesSlide2.xml" Id="Rb623b2982d3240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d770f6344ff2" /><Relationship Type="http://schemas.openxmlformats.org/officeDocument/2006/relationships/notesSlide" Target="/ppt/notesSlides/notesSlide3.xml" Id="R095e572304e8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2fc907fb4fae" /><Relationship Type="http://schemas.openxmlformats.org/officeDocument/2006/relationships/notesSlide" Target="/ppt/notesSlides/notesSlide4.xml" Id="R2e0a92e9d02d4a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e868c48148c3" /><Relationship Type="http://schemas.openxmlformats.org/officeDocument/2006/relationships/notesSlide" Target="/ppt/notesSlides/notesSlide5.xml" Id="Reb6d9da17471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aeb2279a84093" /><Relationship Type="http://schemas.openxmlformats.org/officeDocument/2006/relationships/notesSlide" Target="/ppt/notesSlides/notesSlide6.xml" Id="R28e9f1f082d140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2305efea34f22" /><Relationship Type="http://schemas.openxmlformats.org/officeDocument/2006/relationships/notesSlide" Target="/ppt/notesSlides/notesSlide7.xml" Id="R1a18b067da5549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09ee6e064a0e" /><Relationship Type="http://schemas.openxmlformats.org/officeDocument/2006/relationships/notesSlide" Target="/ppt/notesSlides/notesSlide8.xml" Id="R76f28a2ce9d44e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b6fff32664018" /><Relationship Type="http://schemas.openxmlformats.org/officeDocument/2006/relationships/notesSlide" Target="/ppt/notesSlides/notesSlide9.xml" Id="Re53775dcaf4447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a60abb004f63" /><Relationship Type="http://schemas.openxmlformats.org/officeDocument/2006/relationships/notesSlide" Target="/ppt/notesSlides/notesSlide10.xml" Id="R59669a72b96a41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a0fd9dfc44b9" /><Relationship Type="http://schemas.openxmlformats.org/officeDocument/2006/relationships/notesSlide" Target="/ppt/notesSlides/notesSlide11.xml" Id="Rcdc17fcd49c847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e75eafe94164" /><Relationship Type="http://schemas.openxmlformats.org/officeDocument/2006/relationships/notesSlide" Target="/ppt/notesSlides/notesSlide12.xml" Id="R7e9a8f6ee0ad42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45cdcb50949f5" /><Relationship Type="http://schemas.openxmlformats.org/officeDocument/2006/relationships/notesSlide" Target="/ppt/notesSlides/notesSlide13.xml" Id="R033035c2d22f4b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4a3f8e3e44795" /><Relationship Type="http://schemas.openxmlformats.org/officeDocument/2006/relationships/notesSlide" Target="/ppt/notesSlides/notesSlide14.xml" Id="R36e6415d40154e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8ebbc1ea34b7a" /><Relationship Type="http://schemas.openxmlformats.org/officeDocument/2006/relationships/notesSlide" Target="/ppt/notesSlides/notesSlide15.xml" Id="R861ba2509c9543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fc05a60024759" /><Relationship Type="http://schemas.openxmlformats.org/officeDocument/2006/relationships/notesSlide" Target="/ppt/notesSlides/notesSlide16.xml" Id="R0ffa0e7e43244e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cfd8152554130" /><Relationship Type="http://schemas.openxmlformats.org/officeDocument/2006/relationships/notesSlide" Target="/ppt/notesSlides/notesSlide17.xml" Id="R21be467ae38249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a0a23b34c4ebc" /><Relationship Type="http://schemas.openxmlformats.org/officeDocument/2006/relationships/notesSlide" Target="/ppt/notesSlides/notesSlide18.xml" Id="R6f785937e7ee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19CCF-7FDE-441F-9154-9A613CE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063C60-2A9A-4F4D-AAB4-E7474A4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CCC9D5-5F82-416A-B422-40CECB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　　　　　　　　AgentTeams · 初赛方案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7630DE-4C8F-4706-AF33-3313C89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无证据不诊断 · 无审批不执行 · 无验证不闭环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5E02FF2A-C001-49B7-9AF6-E47DE8E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1" name="Shape 1 contained">
            <a:extLst xmlns:a="http://schemas.openxmlformats.org/drawingml/2006/main">
              <a:ext uri="{FF2B5EF4-FFF2-40B4-BE49-F238E27FC236}">
                <a16:creationId xmlns:a16="http://schemas.microsoft.com/office/drawing/2014/main" id="{5A320F3E-529E-4E77-AB04-7C83F75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2" name="Shape 2 contained">
            <a:extLst xmlns:a="http://schemas.openxmlformats.org/drawingml/2006/main">
              <a:ext uri="{FF2B5EF4-FFF2-40B4-BE49-F238E27FC236}">
                <a16:creationId xmlns:a16="http://schemas.microsoft.com/office/drawing/2014/main" id="{4F7E25E2-5EF3-4635-8839-0F4391D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532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初赛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99241-D630-4CD8-99FE-05D1707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B3707B-C11E-4632-BB54-2CA0F0A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24C80E-BB5A-4296-87CB-9183F07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90A0E7-77E7-415C-BC61-D10593D6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CB1007-F91C-4C57-90BF-0018046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BAB656-6A19-477D-BE39-D8EC76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DF84EA-5668-47CD-ABB7-1D16306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775768-535D-4EF1-8C98-999CBAA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991F39-040D-4B06-921F-0F37F0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指标回退后，修复过程缺少可证明证据。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ECA882-208B-4163-8D65-EC27470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谁做、改了什么、是否越权？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04BC66-4A2D-4DBF-AF4F-847A78B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5B4D5E-71FD-418B-AE83-542372F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DA2E5-D97F-4E1F-9B13-E31081A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775CF1-2B51-4165-8904-9D89C0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六角色职责隔离 + 人工审批 + 断网 Runner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9DA22D-96B1-4A9A-8335-F807366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AgentTeams 证据闭环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B3B082-4F66-47D9-9B7A-ADE3330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1D3DD1-DDA4-4495-877F-990D85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6CB46D-B58A-4EE9-BEA6-58FE58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E2AC-D458-4EDA-9C70-DBBCD16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Executor 无权宣布成功；失败也是正式结果。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21EA-D803-4464-BB1E-82C040D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独立验证 · 可阻塞 · 可回滚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70B119-0BF9-4FC3-8CC4-42B4842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0FBF911-92B3-4C62-A3E1-D544CF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024AAE-E4D5-49A5-8EC9-751D0EA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C3B3CD-3635-4514-A803-B264DC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 个版本化 Skill、Schema 与 Runner 契约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5DC10B-B8D6-447F-BA62-84876C6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训练 · 评测 · 数据 · 发布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629CA80-278D-4977-9BF4-7932496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8EBD13-0FEB-499B-9FD2-A381C72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D4C11D-EB06-4A08-A08A-F6A19F9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75587F-4DE6-4AF4-AEB7-2E3CD65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AT-004 六角色实跑，三案例证据已固化。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22AC351-3C87-4987-86B8-4AB57B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71.875% ×3 → 97.8124976% ×3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 · 场景与价值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指标恢复，不等于修复可信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AI 实验的真正风险，是把不可复核的动作误判成成功。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真实回退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71.875% × 3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checkpoint、数据、metric、seed 均固定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三次复算完全一致，排除随机波动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错误收口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结果变好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可能来自越权改 metric、污染数据或未审批执行；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没有证据链，就不能把提升当成可信修复。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目标用户：模型研发 · 评测平台 · AI Infra · 算法治理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 · 场景与价值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把一次排障，变成可迁移的治理能力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同一闭环可迁移到训练失败、评测漂移、数据质量和发布验证。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传统排障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快但不可证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建议、执行、验收混在一起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证据散落，异常分支常被跳过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LabOps Guard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可复核闭环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角色、状态、审批、回滚和产物都有合同；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执行者与验证者相互独立。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价值：缩短排障路径 · 阻止越权修复 · 沉淀可复用案例记忆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664099-3C14-48C2-A659-F4A6E3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 · 方案架构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4622-409E-4F5D-854E-61D25BE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决策面、执行面、证据面彼此制衡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64869E-4254-4AAA-9D05-EA73B50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7B3F63D-7ECD-41D2-910E-53FFB2D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AgentTeams 负责拆解与交接；人工审批控制风险；Runner 只执行已批准的白名单计划。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E18CD-BD3A-4969-B817-65267EE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B8825C-EBD4-4FAD-9618-6AAF680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601E6B86-CD2B-4F4F-BCC3-6BC4E29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决策面 · AgentTeams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→ Evidence → RCA → Plan</a:t>
            </a:r>
          </a:p>
        </p:txBody>
      </p:sp>
      <p:sp>
        <p:nvSpPr>
          <p:cNvPr id="42" name="approval-gate">
            <a:extLst xmlns:a="http://schemas.openxmlformats.org/drawingml/2006/main">
              <a:ext uri="{FF2B5EF4-FFF2-40B4-BE49-F238E27FC236}">
                <a16:creationId xmlns:a16="http://schemas.microsoft.com/office/drawing/2014/main" id="{43C0206A-BDF8-4E5C-84B1-608E03B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控制面 · Approval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禁止动作不可降级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批准时间 &lt; 执行开始</a:t>
            </a:r>
          </a:p>
        </p:txBody>
      </p:sp>
      <p:sp>
        <p:nvSpPr>
          <p:cNvPr id="43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F5304905-7151-4125-8A27-7B94975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执行面 · Runner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结构化计划 · CPU · non-root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</p:txBody>
      </p:sp>
      <p:sp>
        <p:nvSpPr>
          <p:cNvPr id="44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829BE3FC-63FB-4E83-A4C9-1FF1191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Matrix Trace     MinIO Artifact     Metrics / Log     Approval     SHA-256 Manifest</a:t>
            </a:r>
          </a:p>
        </p:txBody>
      </p:sp>
      <p:sp>
        <p:nvSpPr>
          <p:cNvPr id="45" name="closure-rule">
            <a:extLst xmlns:a="http://schemas.openxmlformats.org/drawingml/2006/main">
              <a:ext uri="{FF2B5EF4-FFF2-40B4-BE49-F238E27FC236}">
                <a16:creationId xmlns:a16="http://schemas.microsoft.com/office/drawing/2014/main" id="{2ACC1F24-1BA6-4B5C-9440-24D5C8B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Auditor 独立通过后，Commander 才能发布 RESOLVED。</a:t>
            </a:r>
          </a:p>
        </p:txBody>
      </p:sp>
    </p:spTree>
    <p:extLst>
      <p:ext uri="{BB962C8B-B14F-4D97-AF65-F5344CB8AC3E}">
        <p14:creationId xmlns:p14="http://schemas.microsoft.com/office/powerpoint/2010/main" val="1113680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 · 方案架构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核心状态机：任何失败都保留正式状态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状态迁移只接受结构化产物；提示词输出和仪表盘回放都不是执行证据。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 INPUT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Commander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 EVIDENCE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Collector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 HYPOTHESIS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Analyst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 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Planner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97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 APPROVAL + RUN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Executor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 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Auditor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21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ASSIGNED → EVIDENCE_READY → HYPOTHESES_READY → PLAN_READY → APPROVED → EXECUTED → VERIFIED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安全失败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 / 能力不足 → BLOCKED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 → ROLLED_BACK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可信闭环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指标 + 哈希 + 时序 + Trace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全部通过 → RESOLVED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 · AgentTeams 协同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六角色职责隔离，不是六个聊天身份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每个角色都有权限、禁止项、输入输出合同；Executor 不能自证成功。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937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Commander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 · 状态 · 收口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Collector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白名单采证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RCA Analyst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证据约束假设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Planner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单变量可回滚计划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Executor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批准后受限执行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Auditor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独立复算与裁决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实际顺序：Commander → Collector → Analyst → Planner → Executor → Auditor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人工审批不计作 Agent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审批事件单独留痕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批准必须早于执行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身份合同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权限 / 禁止项 / Skill / handoff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逐项可核对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 · AgentTeams 协同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每次交接都能追溯到真实事件与产物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handoff 固定记录 task ID、输入、输出、时间、状态和 Matrix 真实 event_id。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H1  ASSIGN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contract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H2  EVIDENCE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evidence.json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H3  RCA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hypothesis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H4  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plan.json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H5  EXECUTE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approval + 五件套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H6  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verification + final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AT-004：6 次角色交接 + 1 次人工审批 + 权威 Trace 7 entries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Matrix：事件与顺序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MinIO：共享 Artifact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ZIP：便携复核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Dashboard：只读投影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不是提示词，而是可校验能力合同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都写明用途、I/O、调用条件、依赖工具、失败处理、安全边界和复用方式。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RCA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DECISION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schema_version · skill_version · lifecycle · structured errors · fail closed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官方必备字段逐项落在 SKILL.md 与 io-schema.json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能力可跨 Agent、跨仓库复用，不绑定 Demo 绝对路径。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7 个 Skill 包覆盖六角色完整闭环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五个任务 Skill 走主流程；Commander 负责打包证据与发布案例记忆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Exp.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Commander：pack-lab-evidence + publish-case-memory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0.2.0 · references/io-schema.json · agents/openai.yaml · CHANGELOG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失败返回结构化错误；不会静默扩权或跳过状态机。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官方字段逐项映射；官方用云 Skill 是推荐项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赛事允许使用官方 Skills，也允许把关键能力沉淀为自研 Skill；评分看合同、复用和协同证据。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名称 / 用途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输入 / 输出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调用条件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依赖工具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失败处理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安全边界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复用价值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Agent 关系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SKILL.md + io-schema.json + openai.yaml + version / lifecycle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当前不实现 MCP Server：HTTP Gateway 已具备参数 Schema、权限、错误、审计和降级合同；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后续迁移只增加协议适配，不重写执行链。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Safe Executor 只下计划，Runner 承担执行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Worker 只提交结构化计划；宿主 Gateway 校验后启动一次性、断网、只读输入的 CPU 容器。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职责隔离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Worker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Runner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plan + approval  →  Gateway allowlist  →  ephemeral container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labops/pytorch-cpu-runner:0.2.0 · Python 3.11.15 · Torch 2.5.1+cpu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Gateway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固定 task / incident / run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image + command 白名单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只读输入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project / run 挂载只读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仅 output 与 tmp 可写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运行边界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non-root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五件套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run_result / metrics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stdout / stderr / manifest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01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无 API Key · 无 Token · 不在线安装依赖 · 不修改原始工作区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先查能力，再跑实验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宿主先核对固定镜像与计划策略；容器内再核对 Python、Torch、路径、资源和单变量变更。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双层能力检查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8 / 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host policy checks                 in-run capability checks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先验失败即 BLOCKED；不会在 Worker 或实验运行时在线安装依赖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镜像与运行时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image / Python / Torch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CUDA=false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输入与路径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checkpoint / config / paths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全部受边界约束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预算与命令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network=false · ≤30s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 allowlist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变更与凭据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单一批准字段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 credentials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1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AT-004 两层检查均 PASS；APPROVED 时间早于 run start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证据互证，Dashboard 只读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Matrix 记录角色事件，MinIO 与证据 ZIP 保存原始产物；仪表盘重新计算完整性但无权改状态。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权威载体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Artifact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Matrix event order              MinIO / evidence ZIP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Trace · Log · Metrics · Artifact · Approval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完整性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两类 SHA-256 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工具契约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HTTP Gateway + JSON Schema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可迁移至 MCP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不用 RAG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case memory + shared state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+ trace（3 项）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当前文件 / Matrix / MinIO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未来只读 OTel Adapter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不把未来 MCP / OTel / RAG 能力描述为已实现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06 · Demo 与证据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AT-004：从提升到可信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固定对象、单变量沙箱修复、人工审批、断网 Runner 与独立复算共同构成完成证明。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三次独立复算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71.88%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97.81%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baseline ×3 · spread 0     candidate ×3 · spread 0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精确值：71.875% × 3 → 97.8124976% × 3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审批与能力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APPROVED &lt; run start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host 8/8 · runner 10/10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保护边界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6 组文件哈希不变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only 1 sandbox field changed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0.2.0 · CPU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non-root · 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独立审计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27 ZIP entries · 7 Trace entries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 / ACCEPTED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Verification Auditor：PASS / RESOLVED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06 · Demo 与证据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安全失败也是产品能力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保留依赖缺失和策略越界两条正式案例；它们与主演示使用独立 Incident ID 和证据包。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两条保留案例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BLOCKED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ROLLED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BACK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AT-002 Worker 缺 torch        metric.py 非法篡改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不得在线安装依赖；回滚后 metric.py SHA-256 与原始值一致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依赖缺失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不在 Worker 安装 torch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正式保持 BLOCKED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修改 metric.py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POLICY_VIOLATION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回滚验证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保护哈希 before==after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原工作区未修改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证据隔离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AT-002 / AT-003 / AT-004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ID 独立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失败分支可复盘、可审计，但不会伪造 RESOLVED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9515D8-879F-4E3D-A7C5-89CC0F9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07 · 开放 / 开源与路线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B408BC-1BE4-4547-9ACB-C98C08C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初赛材料已冻结；Release 仍服从许可证门禁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1288F90-79BA-4C9C-A15F-75B54B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公开可复用成果、最终提交材料和未来适配严格分层；未完成能力不写成已实现。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now-label">
            <a:extLst xmlns:a="http://schemas.openxmlformats.org/drawingml/2006/main">
              <a:ext uri="{FF2B5EF4-FFF2-40B4-BE49-F238E27FC236}">
                <a16:creationId xmlns:a16="http://schemas.microsoft.com/office/drawing/2014/main" id="{BDB948B9-8336-4FC8-9D51-86FE7CB5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已完成 · 可复用</a:t>
            </a:r>
          </a:p>
        </p:txBody>
      </p:sp>
      <p:sp>
        <p:nvSpPr>
          <p:cNvPr id="40" name="open-now">
            <a:extLst xmlns:a="http://schemas.openxmlformats.org/drawingml/2006/main">
              <a:ext uri="{FF2B5EF4-FFF2-40B4-BE49-F238E27FC236}">
                <a16:creationId xmlns:a16="http://schemas.microsoft.com/office/drawing/2014/main" id="{821AA509-153A-4A62-906B-4DC8116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Apache-2.0 源码 / 7 Skill / Schema / 三案例证据 / case memory / CI / Dashboard</a:t>
            </a:r>
          </a:p>
        </p:txBody>
      </p:sp>
      <p:sp>
        <p:nvSpPr>
          <p:cNvPr id="41" name="gates-label">
            <a:extLst xmlns:a="http://schemas.openxmlformats.org/drawingml/2006/main">
              <a:ext uri="{FF2B5EF4-FFF2-40B4-BE49-F238E27FC236}">
                <a16:creationId xmlns:a16="http://schemas.microsoft.com/office/drawing/2014/main" id="{8DFA1DC7-615F-4BC2-BE4F-9A08E4F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本次定稿</a:t>
            </a:r>
          </a:p>
        </p:txBody>
      </p:sp>
      <p:sp>
        <p:nvSpPr>
          <p:cNvPr id="42" name="gates">
            <a:extLst xmlns:a="http://schemas.openxmlformats.org/drawingml/2006/main">
              <a:ext uri="{FF2B5EF4-FFF2-40B4-BE49-F238E27FC236}">
                <a16:creationId xmlns:a16="http://schemas.microsoft.com/office/drawing/2014/main" id="{6A6CA3CA-B9F6-4F80-95F9-5E3D70B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500 字简介     18 页 PPT + PDF     Identity / Skill 矩阵     Runner SBOM / License / NOTICE 复核</a:t>
            </a:r>
          </a:p>
        </p:txBody>
      </p:sp>
      <p:sp>
        <p:nvSpPr>
          <p:cNvPr id="43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C8D6E492-D9C1-40EC-A4E1-A6CC830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发布门禁 · 不冒充完成</a:t>
            </a:r>
          </a:p>
        </p:txBody>
      </p:sp>
      <p:sp>
        <p:nvSpPr>
          <p:cNvPr id="44" name="future">
            <a:extLst xmlns:a="http://schemas.openxmlformats.org/drawingml/2006/main">
              <a:ext uri="{FF2B5EF4-FFF2-40B4-BE49-F238E27FC236}">
                <a16:creationId xmlns:a16="http://schemas.microsoft.com/office/drawing/2014/main" id="{20FCB83D-14F9-48CB-BBC4-802B587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基础镜像再分发条款     Debian 源码义务     镜像 NOTICE 包     通过前不创建 Tag / Release</a:t>
            </a:r>
          </a:p>
        </p:txBody>
      </p:sp>
    </p:spTree>
    <p:extLst>
      <p:ext uri="{BB962C8B-B14F-4D97-AF65-F5344CB8AC3E}">
        <p14:creationId xmlns:p14="http://schemas.microsoft.com/office/powerpoint/2010/main" val="8062771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56F462-837E-4A2C-9B8B-B5CBAB5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08 · 团队介绍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8E1CC-0218-401F-A6F8-E444CC1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贾奇奇｜个人参赛者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16AA40-8CA5-44FE-9A71-704B4B0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F3F9DC-D0B4-4BCB-AE9B-4A39153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北京交通大学 · 信息与通信工程硕士｜研究方向：面向视觉的语义通信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C9CC-2520-4ACD-8CD2-5632A5B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AE421-A5B3-4361-825E-62EF8DA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one-phase">
            <a:extLst xmlns:a="http://schemas.openxmlformats.org/drawingml/2006/main">
              <a:ext uri="{FF2B5EF4-FFF2-40B4-BE49-F238E27FC236}">
                <a16:creationId xmlns:a16="http://schemas.microsoft.com/office/drawing/2014/main" id="{F8150252-F88C-4A06-A96B-BCD1D2B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研究与成果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V2V / V2I 视觉语义通信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Transformer 语义分割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Cityscapes mIoU 73.76%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Accuracy 93.828%</a:t>
            </a:r>
          </a:p>
        </p:txBody>
      </p:sp>
      <p:sp>
        <p:nvSpPr>
          <p:cNvPr id="42" name="gate-phase">
            <a:extLst xmlns:a="http://schemas.openxmlformats.org/drawingml/2006/main">
              <a:ext uri="{FF2B5EF4-FFF2-40B4-BE49-F238E27FC236}">
                <a16:creationId xmlns:a16="http://schemas.microsoft.com/office/drawing/2014/main" id="{FF33ECCB-8BEB-404F-B2FC-E457804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SCI Q2 论文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Intelligent Cooperative Perception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Technology for Vehicles and Experiments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Based on V2V/V2I Semantic Communication</a:t>
            </a:r>
          </a:p>
        </p:txBody>
      </p:sp>
      <p:sp>
        <p:nvSpPr>
          <p:cNvPr id="43" name="next-phase">
            <a:extLst xmlns:a="http://schemas.openxmlformats.org/drawingml/2006/main">
              <a:ext uri="{FF2B5EF4-FFF2-40B4-BE49-F238E27FC236}">
                <a16:creationId xmlns:a16="http://schemas.microsoft.com/office/drawing/2014/main" id="{03DC9AE0-E3CA-48E4-8CA3-B912E34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独立完成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多 Agent 架构与 7 个 Skill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 Runner 与证据系统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Demo / 开源治理 / 提交材料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Python · PyTorch · Docker / AI Infra</a:t>
            </a:r>
          </a:p>
        </p:txBody>
      </p:sp>
      <p:sp>
        <p:nvSpPr>
          <p:cNvPr id="44" name="risk-rule">
            <a:extLst xmlns:a="http://schemas.openxmlformats.org/drawingml/2006/main">
              <a:ext uri="{FF2B5EF4-FFF2-40B4-BE49-F238E27FC236}">
                <a16:creationId xmlns:a16="http://schemas.microsoft.com/office/drawing/2014/main" id="{2F64D684-0D9F-4ECC-9A59-03A3548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坚持：不以未来能力冒充已实现，不以提示词或回放冒充真实执行证据。</a:t>
            </a:r>
          </a:p>
        </p:txBody>
      </p:sp>
    </p:spTree>
    <p:extLst>
      <p:ext uri="{BB962C8B-B14F-4D97-AF65-F5344CB8AC3E}">
        <p14:creationId xmlns:p14="http://schemas.microsoft.com/office/powerpoint/2010/main" val="18166553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2026-08-08T16:24:53.4290000Z</dcterms:created>
  <dcterms:modified xsi:type="dcterms:W3CDTF">2026-08-08T16:24:53.4290000Z</dcterms:modified>
</coreProperties>
</file>