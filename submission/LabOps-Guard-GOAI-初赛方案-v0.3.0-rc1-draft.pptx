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1543d66b14d17" /><Relationship Type="http://schemas.openxmlformats.org/officeDocument/2006/relationships/extended-properties" Target="/docProps/app.xml" Id="Rf61073c3dadd4d83" /><Relationship Type="http://schemas.openxmlformats.org/officeDocument/2006/relationships/officeDocument" Target="/ppt/presentation.xml" Id="Rff6cdd04cb1a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1b4d421644a2b"/>
    <p:sldMasterId xmlns:r="http://schemas.openxmlformats.org/officeDocument/2006/relationships" id="2147483650" r:id="Ra7bb534a8049442b"/>
  </p:sldMasterIdLst>
  <p:notesMasterIdLst>
    <p:notesMasterId xmlns:r="http://schemas.openxmlformats.org/officeDocument/2006/relationships" r:id="R7369b201e61b41aa"/>
  </p:notesMasterIdLst>
  <p:sldIdLst>
    <p:sldId xmlns:r="http://schemas.openxmlformats.org/officeDocument/2006/relationships" id="256" r:id="Rf5f39fd3af1e479d"/>
    <p:sldId xmlns:r="http://schemas.openxmlformats.org/officeDocument/2006/relationships" id="257" r:id="Re1d0b3f196e04956"/>
    <p:sldId xmlns:r="http://schemas.openxmlformats.org/officeDocument/2006/relationships" id="258" r:id="R8e1bd42ce39243b5"/>
    <p:sldId xmlns:r="http://schemas.openxmlformats.org/officeDocument/2006/relationships" id="259" r:id="R0463160822864c99"/>
    <p:sldId xmlns:r="http://schemas.openxmlformats.org/officeDocument/2006/relationships" id="260" r:id="Rbc17f3879d564995"/>
    <p:sldId xmlns:r="http://schemas.openxmlformats.org/officeDocument/2006/relationships" id="261" r:id="R122dcfbec38f41e8"/>
    <p:sldId xmlns:r="http://schemas.openxmlformats.org/officeDocument/2006/relationships" id="262" r:id="R2f95afdaaa0648fc"/>
    <p:sldId xmlns:r="http://schemas.openxmlformats.org/officeDocument/2006/relationships" id="263" r:id="R6fdbf1f4d3024258"/>
    <p:sldId xmlns:r="http://schemas.openxmlformats.org/officeDocument/2006/relationships" id="264" r:id="R70777868af4b431e"/>
    <p:sldId xmlns:r="http://schemas.openxmlformats.org/officeDocument/2006/relationships" id="265" r:id="Rfdf8e20f207d438f"/>
    <p:sldId xmlns:r="http://schemas.openxmlformats.org/officeDocument/2006/relationships" id="266" r:id="Rbb068d12ebb54c99"/>
    <p:sldId xmlns:r="http://schemas.openxmlformats.org/officeDocument/2006/relationships" id="267" r:id="Rafc585813b0c4334"/>
    <p:sldId xmlns:r="http://schemas.openxmlformats.org/officeDocument/2006/relationships" id="268" r:id="R67fcd7170035497c"/>
    <p:sldId xmlns:r="http://schemas.openxmlformats.org/officeDocument/2006/relationships" id="269" r:id="R7fa7825c26e74c82"/>
    <p:sldId xmlns:r="http://schemas.openxmlformats.org/officeDocument/2006/relationships" id="270" r:id="Rc8f4861f5b9d4b18"/>
    <p:sldId xmlns:r="http://schemas.openxmlformats.org/officeDocument/2006/relationships" id="271" r:id="R8e763c2e1017403e"/>
    <p:sldId xmlns:r="http://schemas.openxmlformats.org/officeDocument/2006/relationships" id="272" r:id="Re76b3eaa92604c1c"/>
    <p:sldId xmlns:r="http://schemas.openxmlformats.org/officeDocument/2006/relationships" id="273" r:id="R81d397317dba4e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7ff40ef32e4919" /><Relationship Type="http://schemas.openxmlformats.org/officeDocument/2006/relationships/slideMaster" Target="/ppt/slideMasters/slideMaster1.xml" Id="Rd561b4d421644a2b" /><Relationship Type="http://schemas.openxmlformats.org/officeDocument/2006/relationships/slideMaster" Target="/ppt/slideMasters/slideMaster2.xml" Id="Ra7bb534a8049442b" /><Relationship Type="http://schemas.openxmlformats.org/officeDocument/2006/relationships/notesMaster" Target="/ppt/notesMasters/notesMaster1.xml" Id="R7369b201e61b41aa" /><Relationship Type="http://schemas.openxmlformats.org/officeDocument/2006/relationships/presProps" Target="/ppt/presProps.xml" Id="R52764832dc8d4ebd" /><Relationship Type="http://schemas.openxmlformats.org/officeDocument/2006/relationships/viewProps" Target="/ppt/viewProps.xml" Id="R9365768927604ab0" /><Relationship Type="http://schemas.openxmlformats.org/officeDocument/2006/relationships/tableStyles" Target="/ppt/tableStyles.xml" Id="R1ca12cb350bf4cc6" /><Relationship Type="http://schemas.openxmlformats.org/officeDocument/2006/relationships/slide" Target="/ppt/slides/slide1.xml" Id="Rf5f39fd3af1e479d" /><Relationship Type="http://schemas.openxmlformats.org/officeDocument/2006/relationships/slide" Target="/ppt/slides/slide2.xml" Id="Re1d0b3f196e04956" /><Relationship Type="http://schemas.openxmlformats.org/officeDocument/2006/relationships/slide" Target="/ppt/slides/slide3.xml" Id="R8e1bd42ce39243b5" /><Relationship Type="http://schemas.openxmlformats.org/officeDocument/2006/relationships/slide" Target="/ppt/slides/slide4.xml" Id="R0463160822864c99" /><Relationship Type="http://schemas.openxmlformats.org/officeDocument/2006/relationships/slide" Target="/ppt/slides/slide5.xml" Id="Rbc17f3879d564995" /><Relationship Type="http://schemas.openxmlformats.org/officeDocument/2006/relationships/slide" Target="/ppt/slides/slide6.xml" Id="R122dcfbec38f41e8" /><Relationship Type="http://schemas.openxmlformats.org/officeDocument/2006/relationships/slide" Target="/ppt/slides/slide7.xml" Id="R2f95afdaaa0648fc" /><Relationship Type="http://schemas.openxmlformats.org/officeDocument/2006/relationships/slide" Target="/ppt/slides/slide8.xml" Id="R6fdbf1f4d3024258" /><Relationship Type="http://schemas.openxmlformats.org/officeDocument/2006/relationships/slide" Target="/ppt/slides/slide9.xml" Id="R70777868af4b431e" /><Relationship Type="http://schemas.openxmlformats.org/officeDocument/2006/relationships/slide" Target="/ppt/slides/slide10.xml" Id="Rfdf8e20f207d438f" /><Relationship Type="http://schemas.openxmlformats.org/officeDocument/2006/relationships/slide" Target="/ppt/slides/slide11.xml" Id="Rbb068d12ebb54c99" /><Relationship Type="http://schemas.openxmlformats.org/officeDocument/2006/relationships/slide" Target="/ppt/slides/slide12.xml" Id="Rafc585813b0c4334" /><Relationship Type="http://schemas.openxmlformats.org/officeDocument/2006/relationships/slide" Target="/ppt/slides/slide13.xml" Id="R67fcd7170035497c" /><Relationship Type="http://schemas.openxmlformats.org/officeDocument/2006/relationships/slide" Target="/ppt/slides/slide14.xml" Id="R7fa7825c26e74c82" /><Relationship Type="http://schemas.openxmlformats.org/officeDocument/2006/relationships/slide" Target="/ppt/slides/slide15.xml" Id="Rc8f4861f5b9d4b18" /><Relationship Type="http://schemas.openxmlformats.org/officeDocument/2006/relationships/slide" Target="/ppt/slides/slide16.xml" Id="R8e763c2e1017403e" /><Relationship Type="http://schemas.openxmlformats.org/officeDocument/2006/relationships/slide" Target="/ppt/slides/slide17.xml" Id="Re76b3eaa92604c1c" /><Relationship Type="http://schemas.openxmlformats.org/officeDocument/2006/relationships/slide" Target="/ppt/slides/slide18.xml" Id="R81d397317dba4e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3b7adcea1ab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7e80c42ab047ff" /><Relationship Type="http://schemas.openxmlformats.org/officeDocument/2006/relationships/notesMaster" Target="/ppt/notesMasters/notesMaster1.xml" Id="R4bcaf93ce5bc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73b159b2f40ec" /><Relationship Type="http://schemas.openxmlformats.org/officeDocument/2006/relationships/notesMaster" Target="/ppt/notesMasters/notesMaster1.xml" Id="R1a22ae9560bb45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3e350dab749f3" /><Relationship Type="http://schemas.openxmlformats.org/officeDocument/2006/relationships/notesMaster" Target="/ppt/notesMasters/notesMaster1.xml" Id="R025b1db77a5748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5d40edef094247" /><Relationship Type="http://schemas.openxmlformats.org/officeDocument/2006/relationships/notesMaster" Target="/ppt/notesMasters/notesMaster1.xml" Id="Rf43fdc9454bf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08fbc9a114fa1" /><Relationship Type="http://schemas.openxmlformats.org/officeDocument/2006/relationships/notesMaster" Target="/ppt/notesMasters/notesMaster1.xml" Id="Rd590baaf0037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f02df868d4e4c" /><Relationship Type="http://schemas.openxmlformats.org/officeDocument/2006/relationships/notesMaster" Target="/ppt/notesMasters/notesMaster1.xml" Id="R20d0d09bc1f1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da4b282fe46f1" /><Relationship Type="http://schemas.openxmlformats.org/officeDocument/2006/relationships/notesMaster" Target="/ppt/notesMasters/notesMaster1.xml" Id="Rc35ddfba2b0c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650506f844030" /><Relationship Type="http://schemas.openxmlformats.org/officeDocument/2006/relationships/notesMaster" Target="/ppt/notesMasters/notesMaster1.xml" Id="R375c1c8cf2314d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e61851f5ec497f" /><Relationship Type="http://schemas.openxmlformats.org/officeDocument/2006/relationships/notesMaster" Target="/ppt/notesMasters/notesMaster1.xml" Id="R996c9160eccb48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d0717acfce486e" /><Relationship Type="http://schemas.openxmlformats.org/officeDocument/2006/relationships/notesMaster" Target="/ppt/notesMasters/notesMaster1.xml" Id="R52c885d2096744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f97e68f338412f" /><Relationship Type="http://schemas.openxmlformats.org/officeDocument/2006/relationships/notesMaster" Target="/ppt/notesMasters/notesMaster1.xml" Id="R919f900b2ced49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18269be57a4322" /><Relationship Type="http://schemas.openxmlformats.org/officeDocument/2006/relationships/notesMaster" Target="/ppt/notesMasters/notesMaster1.xml" Id="R555b661c747246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fe264327374f0c" /><Relationship Type="http://schemas.openxmlformats.org/officeDocument/2006/relationships/notesMaster" Target="/ppt/notesMasters/notesMaster1.xml" Id="Rba3d04dbbdc840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a053661f5149ae" /><Relationship Type="http://schemas.openxmlformats.org/officeDocument/2006/relationships/notesMaster" Target="/ppt/notesMasters/notesMaster1.xml" Id="R2f1bf348974344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e469d5212946c5" /><Relationship Type="http://schemas.openxmlformats.org/officeDocument/2006/relationships/notesMaster" Target="/ppt/notesMasters/notesMaster1.xml" Id="Rfe8ac835e40143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e8b8eb3b62457d" /><Relationship Type="http://schemas.openxmlformats.org/officeDocument/2006/relationships/notesMaster" Target="/ppt/notesMasters/notesMaster1.xml" Id="R11edd5dcc78249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46410ffc3f444b" /><Relationship Type="http://schemas.openxmlformats.org/officeDocument/2006/relationships/notesMaster" Target="/ppt/notesMasters/notesMaster1.xml" Id="R6c3543b8d20c4c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b427b466f4419f" /><Relationship Type="http://schemas.openxmlformats.org/officeDocument/2006/relationships/notesMaster" Target="/ppt/notesMasters/notesMaster1.xml" Id="R955e160965fa48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CURRENT_STATE.md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demo/output-agentteams-at004/evidence_manifest.json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docs/competition-submission-draft.md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docs/competition-mapping.md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AT-004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skills/*/SKILL.md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CONTRIBUTING.md; SECURITY.md; THIRD_PARTY_NOTICES.md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PLAN.md; docs/observability.md; OpenTelemetry official semantic-convention documentation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PLAN.md; KNOWN_LIMITATIONS.md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Team details intentionally left blank at the project owner's request.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a0655f00643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2fb1e2ecfd4cc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797f3a10784dc5" /><Relationship Type="http://schemas.openxmlformats.org/officeDocument/2006/relationships/slideLayout" Target="/ppt/slideLayouts/slideLayout1.xml" Id="Rec2c2a529831441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507c5c2ae7044c4" /><Relationship Type="http://schemas.openxmlformats.org/officeDocument/2006/relationships/slideLayout" Target="/ppt/slideLayouts/slideLayout2.xml" Id="R2bb75cf53e0046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c2a529831441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bb75cf53e00469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0f9f91b194049" /><Relationship Type="http://schemas.openxmlformats.org/officeDocument/2006/relationships/notesSlide" Target="/ppt/notesSlides/notesSlide1.xml" Id="R724f224e520848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33078fca647c8" /><Relationship Type="http://schemas.openxmlformats.org/officeDocument/2006/relationships/notesSlide" Target="/ppt/notesSlides/notesSlide2.xml" Id="Rb6da3ad33fe840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c4272e80c4420a" /><Relationship Type="http://schemas.openxmlformats.org/officeDocument/2006/relationships/notesSlide" Target="/ppt/notesSlides/notesSlide3.xml" Id="R250d17a782de4c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9a499e23f48ae" /><Relationship Type="http://schemas.openxmlformats.org/officeDocument/2006/relationships/notesSlide" Target="/ppt/notesSlides/notesSlide4.xml" Id="R1b2ed417c796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cc400012a4901" /><Relationship Type="http://schemas.openxmlformats.org/officeDocument/2006/relationships/notesSlide" Target="/ppt/notesSlides/notesSlide5.xml" Id="Rd83d973336b4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ceab5220ee4ffa" /><Relationship Type="http://schemas.openxmlformats.org/officeDocument/2006/relationships/notesSlide" Target="/ppt/notesSlides/notesSlide6.xml" Id="R78903c4f479f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476290b9f4afe" /><Relationship Type="http://schemas.openxmlformats.org/officeDocument/2006/relationships/notesSlide" Target="/ppt/notesSlides/notesSlide7.xml" Id="R04cb7c9dd1c648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e1720a902409d" /><Relationship Type="http://schemas.openxmlformats.org/officeDocument/2006/relationships/notesSlide" Target="/ppt/notesSlides/notesSlide8.xml" Id="R56bba4e184f84d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251fe04bb4b0f" /><Relationship Type="http://schemas.openxmlformats.org/officeDocument/2006/relationships/notesSlide" Target="/ppt/notesSlides/notesSlide9.xml" Id="R081493d8d1f6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9aa434e33a40d1" /><Relationship Type="http://schemas.openxmlformats.org/officeDocument/2006/relationships/notesSlide" Target="/ppt/notesSlides/notesSlide10.xml" Id="R57a74cfa6a994b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0363826fc4201" /><Relationship Type="http://schemas.openxmlformats.org/officeDocument/2006/relationships/notesSlide" Target="/ppt/notesSlides/notesSlide11.xml" Id="Rcc5b7dbdaad947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46af96b08547d0" /><Relationship Type="http://schemas.openxmlformats.org/officeDocument/2006/relationships/notesSlide" Target="/ppt/notesSlides/notesSlide12.xml" Id="Rb0d6eafbd91a40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daa4aae5d48ee" /><Relationship Type="http://schemas.openxmlformats.org/officeDocument/2006/relationships/notesSlide" Target="/ppt/notesSlides/notesSlide13.xml" Id="Rc16ca4f3cae34a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9688e7a1a4e55" /><Relationship Type="http://schemas.openxmlformats.org/officeDocument/2006/relationships/notesSlide" Target="/ppt/notesSlides/notesSlide14.xml" Id="R4068676411314c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e3ea05bd4ce3" /><Relationship Type="http://schemas.openxmlformats.org/officeDocument/2006/relationships/notesSlide" Target="/ppt/notesSlides/notesSlide15.xml" Id="R0e84fa2de86f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e81c9195934437" /><Relationship Type="http://schemas.openxmlformats.org/officeDocument/2006/relationships/notesSlide" Target="/ppt/notesSlides/notesSlide16.xml" Id="Rf3e8d8f9667147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f45a25d1245c1" /><Relationship Type="http://schemas.openxmlformats.org/officeDocument/2006/relationships/notesSlide" Target="/ppt/notesSlides/notesSlide17.xml" Id="R0f02cac7b7164d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b31ccbfd4ad7" /><Relationship Type="http://schemas.openxmlformats.org/officeDocument/2006/relationships/notesSlide" Target="/ppt/notesSlides/notesSlide18.xml" Id="Re2b4f98b6cc347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19CCF-7FDE-441F-9154-9A613CE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063C60-2A9A-4F4D-AAB4-E7474A4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CCC9D5-5F82-416A-B422-40CECB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GOAI Agent Infra · AgentTeams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7630DE-4C8F-4706-AF33-3313C89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无证据不诊断 · 无审批不执行 · 无验证不闭环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5E02FF2A-C001-49B7-9AF6-E47DE8E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1" name="Shape 1 contained">
            <a:extLst xmlns:a="http://schemas.openxmlformats.org/drawingml/2006/main">
              <a:ext uri="{FF2B5EF4-FFF2-40B4-BE49-F238E27FC236}">
                <a16:creationId xmlns:a16="http://schemas.microsoft.com/office/drawing/2014/main" id="{5A320F3E-529E-4E77-AB04-7C83F75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2" name="Shape 2 contained">
            <a:extLst xmlns:a="http://schemas.openxmlformats.org/drawingml/2006/main">
              <a:ext uri="{FF2B5EF4-FFF2-40B4-BE49-F238E27FC236}">
                <a16:creationId xmlns:a16="http://schemas.microsoft.com/office/drawing/2014/main" id="{4F7E25E2-5EF3-4635-8839-0F4391D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532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99241-D630-4CD8-99FE-05D1707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B3707B-C11E-4632-BB54-2CA0F0A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24C80E-BB5A-4296-87CB-9183F07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90A0E7-77E7-415C-BC61-D10593D6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CB1007-F91C-4C57-90BF-0018046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BAB656-6A19-477D-BE39-D8EC76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DF84EA-5668-47CD-ABB7-1D16306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775768-535D-4EF1-8C98-999CBAA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991F39-040D-4B06-921F-0F37F0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 实验指标回退后，修复过程难以证明。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ECA882-208B-4163-8D65-EC27470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谁做了什么？是否越权？结果可信？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04BC66-4A2D-4DBF-AF4F-847A78B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5B4D5E-71FD-418B-AE83-542372F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DA2E5-D97F-4E1F-9B13-E31081A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775CF1-2B51-4165-8904-9D89C0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六角色职责隔离 + 审批 + 受限 Runner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9DA22D-96B1-4A9A-8335-F807366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证据驱动闭环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B3B082-4F66-47D9-9B7A-ADE3330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1D3DD1-DDA4-4495-877F-990D85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6CB46D-B58A-4EE9-BEA6-58FE58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E2AC-D458-4EDA-9C70-DBBCD16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执行者不能宣布成功，失败也是正式结果。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21EA-D803-4464-BB1E-82C040D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独立审计 · 可阻塞 · 可回滚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70B119-0BF9-4FC3-8CC4-42B4842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0FBF911-92B3-4C62-A3E1-D544CF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024AAE-E4D5-49A5-8EC9-751D0EA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C3B3CD-3635-4514-A803-B264DC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版本化 Skill、Schema 与 Runner 契约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5DC10B-B8D6-447F-BA62-84876C6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训练 / 评测 / 数据 / 发布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629CA80-278D-4977-9BF4-7932496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8EBD13-0FEB-499B-9FD2-A381C72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D4C11D-EB06-4A08-A08A-F6A19F9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75587F-4DE6-4AF4-AEB7-2E3CD65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AT-004 六角色实跑，正式证据已固化。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22AC351-3C87-4987-86B8-4AB57B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71.88% → 97.81% · RESOLVED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377058-E81C-4421-B3D6-8DF2A601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7011E5-AFA2-4AC3-BC7F-67C1953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E9D418-881B-41D2-8A2F-D81DFF6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20BB468-0773-402C-9560-73C9B0D9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BDB126-C106-4B22-A803-7B224CB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5BD0D7-1AEF-4274-8928-C781355B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DB56D4C-B0E2-4E4A-9853-5DC073E4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CBC090-3B6F-42A6-BC44-18F969A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78A5E05-F1E9-4083-A0C9-D2017F6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工程与安全审计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722095-0D29-4118-8D5B-28C5BE92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0C7E91-2EB2-4658-9C32-EF4BE5AF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C065B3-2ABD-4054-960C-68E0960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E7B913-F9D5-4FD3-9A3E-98EF4BD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FA698AA-9FED-4298-B91A-4A1D465C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30A8E32-26E2-4105-B62C-504D8D0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0AE000-B5B4-402B-BBEA-792FAF5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5D4D1B-A07F-47DF-8DF8-A7F9B68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开放 / 开源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D4AD54C-E078-4A20-AAD7-4596B8B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60CA227-30DE-4166-8949-5C9540A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ED602C9-E7CC-485A-B513-8DAEFF9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E741F5-C98E-4718-8270-D2DB896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 Agent 协作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E851C50-5255-47A8-9240-B988CEB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D4B9019-C1C1-4A1C-9DFD-B6A8514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1863659-5B41-4A9E-AB29-7D8D3C1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2629EF-A1E8-4793-9AA0-7EA98EA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落地与路线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B3B2D86-43C1-4AD0-B70B-C8C7BD7C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5DC1B9C-0D4B-4E0E-BCAA-A5EB664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8BCFBE8-A488-41F6-B9DC-4CDED2D4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6480735-99C0-4EAE-8290-7C41A02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工程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89888CD-234D-45AB-BA0B-C2A3072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24E10CB-0487-42B3-9EFE-C832D34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8F5414A-5269-4241-ABA4-13FF1571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4D353CD-F1BA-414C-AB52-182C03D3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证据与 Demo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142AD57A-8DD3-4989-9CEB-966147DA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0861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A9F1D1-2E23-4CAE-9ACC-C4107D6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8E8EE5-D274-491B-922A-962E7861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84E7A7-EBA5-4DCF-A261-548285B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C42B23-09B1-426D-A62C-09DDB553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B0F384-0F20-4C74-9E44-62E8F3B6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D8F122B-4ADA-4F82-A0CA-2A0960E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FA3F8D-5007-4AE2-9344-828674F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3DD4EC4-7221-4D8A-A520-DC19BD60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8361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指标变好，不等于修复可信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面向模型研发、评测平台和 AI Infra 团队：把一次指标回退变成可证明、可阻塞、可回滚的工程事件。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真实事故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71.88% × 3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固定 checkpoint、数据和 metric 哈希未变</a:t>
            </a:r>
          </a:p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历史基线约 97.81% · 当前零波动回退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治理价值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可信闭环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缩短排障路径，更重要的是阻止越权修复、</a:t>
            </a:r>
          </a:p>
          <a:p xmlns:a="http://schemas.openxmlformats.org/drawingml/2006/main">
            <a:pPr algn="l"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评测污染和“结果变好就收口”的假成功。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可迁移：训练失败 · 评测漂移 · 数据质量 · 发布验证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FA3E45-3AFC-4FF6-88D6-4F227DA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AB9398-D52E-472F-8915-7263B47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90A152E-F9F1-4365-B1CD-E9C7833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2343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664099-3C14-48C2-A659-F4A6E3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决策面与执行面分离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4622-409E-4F5D-854E-61D25BE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64869E-4254-4AAA-9D05-EA73B50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7B3F63D-7ECD-41D2-910E-53FFB2D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AgentTeams 管决策与交接，审批门控制风险，Runner 只执行结构化、已批准、白名单计划；证据面独立留痕。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E18CD-BD3A-4969-B817-65267EE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B8825C-EBD4-4FAD-9618-6AAF680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601E6B86-CD2B-4F4F-BCC3-6BC4E29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决策面 · AgentTeams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Commander → Evidence → RCA → Plan</a:t>
            </a:r>
          </a:p>
        </p:txBody>
      </p:sp>
      <p:sp>
        <p:nvSpPr>
          <p:cNvPr id="42" name="approval-gate">
            <a:extLst xmlns:a="http://schemas.openxmlformats.org/drawingml/2006/main">
              <a:ext uri="{FF2B5EF4-FFF2-40B4-BE49-F238E27FC236}">
                <a16:creationId xmlns:a16="http://schemas.microsoft.com/office/drawing/2014/main" id="{43C0206A-BDF8-4E5C-84B1-608E03B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人工审批门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禁止动作不可降级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批准时间必须早于执行</a:t>
            </a:r>
          </a:p>
        </p:txBody>
      </p:sp>
      <p:sp>
        <p:nvSpPr>
          <p:cNvPr id="43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F5304905-7151-4125-8A27-7B94975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执行面 · Runner 0.2.0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Gateway 白名单</a:t>
            </a:r>
          </a:p>
          <a:p xmlns:a="http://schemas.openxmlformats.org/drawingml/2006/main">
            <a:pPr algn="l"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非 root · network=none</a:t>
            </a:r>
          </a:p>
        </p:txBody>
      </p:sp>
      <p:sp>
        <p:nvSpPr>
          <p:cNvPr id="44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829BE3FC-63FB-4E83-A4C9-1FF1191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Matrix Trace     MinIO Artifact     Metrics / Log     Approval     SHA-256 Manifest</a:t>
            </a:r>
          </a:p>
        </p:txBody>
      </p:sp>
      <p:sp>
        <p:nvSpPr>
          <p:cNvPr id="45" name="closure-rule">
            <a:extLst xmlns:a="http://schemas.openxmlformats.org/drawingml/2006/main">
              <a:ext uri="{FF2B5EF4-FFF2-40B4-BE49-F238E27FC236}">
                <a16:creationId xmlns:a16="http://schemas.microsoft.com/office/drawing/2014/main" id="{2ACC1F24-1BA6-4B5C-9440-24D5C8B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94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只有 Verification Auditor 独立通过，Incident Commander 才能发布 RESOLVED。</a:t>
            </a:r>
          </a:p>
        </p:txBody>
      </p:sp>
    </p:spTree>
    <p:extLst>
      <p:ext uri="{BB962C8B-B14F-4D97-AF65-F5344CB8AC3E}">
        <p14:creationId xmlns:p14="http://schemas.microsoft.com/office/powerpoint/2010/main" val="1113680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DE3AA29-B516-4967-86FC-F3AB3C1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6F9D393D-BDC7-490A-B745-801DE1B8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BBF5145-8FB9-4C4E-AB83-20C4742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40A98471-BDCD-4DE2-84E1-4233291D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CAF051ED-1992-47D3-B3AA-515DAAE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6F0D0FE9-0CF9-40AF-864D-4B81B3F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3F506EA0-CDE7-478E-BB46-78C3126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A5F8001-1E67-43E1-94F1-4A34E003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63775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六角色各自受限，协作才形成闭环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每次 handoff 都记录任务 ID、输入、输出、时间、状态与真实事件；Executor 没有宣布成功的权限。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 Commander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 / 状态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 Collector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白名单采证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 RCA Analyst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证据约束假设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 Planner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单变量计划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 Executor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批准后执行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 Auditor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独立裁决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AT-004 真实链：6 次角色交接 + 1 次人工审批 · 权威 Trace 7 entries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异常不是旁路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证据不足 → BLOCKED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 → ROLLED_BACK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闭环不是口号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后置指标 + 保护哈希 + Trace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全部通过 → RESOLVED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5081B71-62EC-4E67-B4DE-16B401B1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4501F1-6B10-4923-9BD2-CA50DC5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BE1A12-9CE6-4ECD-9496-F00DEB86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DBC704-11B8-471D-B6FE-7E611C0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EC73CF02-35C7-4DFB-8494-F73990BB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1715FFB6-5AE9-4736-A6E5-8D7A217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  <a:endParaRPr sz="1250"/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F779EEA5-9149-4D4E-AB21-DA84819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6AA3FE28-F6D9-407B-89E1-BC5E595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75325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不是提示词集合，而是可校验合同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六个角色 Skill 均定义版本、输入输出、调用条件、生命周期、结构化错误、安全边界与跨项目复用。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HYPOTHESIS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DECISION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schema_version · skill_version · structured errors · fail closed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Commander 收口能力</a:t>
            </a:r>
          </a:p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Pack Evidence → Publish Case Memory</a:t>
            </a:r>
          </a:p>
          <a:p xmlns:a="http://schemas.openxmlformats.org/drawingml/2006/main">
            <a:pPr algn="ctr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不新增 Agent · 不修改状态机 · 不覆盖原证据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178ADEA-41B4-4AF2-904D-88B6266E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0A44F01-1C5A-4F90-9AD4-DFBAF6A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62F2F136-2E96-4944-AF20-3B127A7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1CBDBA66-C6FA-4419-A9AD-B5366D5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A41D4888-1706-4E33-B294-BD4DD84A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F9D713C-5DE5-403F-9D6C-E205B34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0E224999-0CE6-477D-A22F-1231559C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B0E860CB-3E14-4DD0-860F-9E5E7B7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72476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AT-004：一次真实闭环，经得起逐项复核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固定对象、单变量沙箱修复、人工审批、断网 Runner 与独立重算共同构成完成证明。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三次独立复算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71.88%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97.81%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baseline ×3 · spread 0     candidate ×3 · spread 0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精确值：71.875% × 3 → 97.8124976% × 3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审批与能力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APPROVED &lt; run start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RuntimeCapabilityCheck 8 / 8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保护边界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6 组文件哈希不变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only 1 sandbox field changed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0.2.0 · CPU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non-root · 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独立审计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27 ZIP entries · 7 Trace entries</a:t>
            </a:r>
          </a:p>
          <a:p xmlns:a="http://schemas.openxmlformats.org/drawingml/2006/main">
            <a:pPr algn="l"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 / ACCEPTED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Verification Auditor：PASS / RESOLVED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C03D302-D332-45F0-BF3E-50A6D45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9A8048-03B7-4578-8A5A-6E59C77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6267C7-0C8E-4B81-92FA-38CBA4F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26E0456-C71F-4091-A9A2-5AA80A8A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E2D943F9-D927-4727-BD5A-8EFD538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78406B07-A966-4E94-AA63-BA98184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  <a:endParaRPr sz="1250"/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C4E5587A-DFC6-439B-912E-907C0B54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5DE2C78F-9D58-41FD-9F7F-00C9AFE5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45659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9515D8-879F-4E3D-A7C5-89CC0F9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B408BC-1BE4-4547-9ACB-C98C08C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先开放可验证合同，再扩展生态适配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1288F90-79BA-4C9C-A15F-75B54B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公开内容与未来路线严格分层：已完成的可以复现，未完成的只写边界与迁移接口。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now-label">
            <a:extLst xmlns:a="http://schemas.openxmlformats.org/drawingml/2006/main">
              <a:ext uri="{FF2B5EF4-FFF2-40B4-BE49-F238E27FC236}">
                <a16:creationId xmlns:a16="http://schemas.microsoft.com/office/drawing/2014/main" id="{BDB948B9-8336-4FC8-9D51-86FE7CB5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已完成 · 可复用</a:t>
            </a:r>
          </a:p>
        </p:txBody>
      </p:sp>
      <p:sp>
        <p:nvSpPr>
          <p:cNvPr id="40" name="open-now">
            <a:extLst xmlns:a="http://schemas.openxmlformats.org/drawingml/2006/main">
              <a:ext uri="{FF2B5EF4-FFF2-40B4-BE49-F238E27FC236}">
                <a16:creationId xmlns:a16="http://schemas.microsoft.com/office/drawing/2014/main" id="{821AA509-153A-4A62-906B-4DC8116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 / 7 个 Skill 包 / Runner 契约 / 三案例证据 / case memory / CI</a:t>
            </a:r>
          </a:p>
        </p:txBody>
      </p:sp>
      <p:sp>
        <p:nvSpPr>
          <p:cNvPr id="41" name="gates-label">
            <a:extLst xmlns:a="http://schemas.openxmlformats.org/drawingml/2006/main">
              <a:ext uri="{FF2B5EF4-FFF2-40B4-BE49-F238E27FC236}">
                <a16:creationId xmlns:a16="http://schemas.microsoft.com/office/drawing/2014/main" id="{8DFA1DC7-615F-4BC2-BE4F-9A08E4F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发布前门禁</a:t>
            </a:r>
          </a:p>
        </p:txBody>
      </p:sp>
      <p:sp>
        <p:nvSpPr>
          <p:cNvPr id="42" name="gates">
            <a:extLst xmlns:a="http://schemas.openxmlformats.org/drawingml/2006/main">
              <a:ext uri="{FF2B5EF4-FFF2-40B4-BE49-F238E27FC236}">
                <a16:creationId xmlns:a16="http://schemas.microsoft.com/office/drawing/2014/main" id="{6A6CA3CA-B9F6-4F80-95F9-5E3D70B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Apache-2.0 用户确认     远端与公开权限确认     全量审计     Release / Tag 时机确认</a:t>
            </a:r>
          </a:p>
        </p:txBody>
      </p:sp>
      <p:sp>
        <p:nvSpPr>
          <p:cNvPr id="43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C8D6E492-D9C1-40EC-A4E1-A6CC830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未来适配 · 不冒充已实现</a:t>
            </a:r>
          </a:p>
        </p:txBody>
      </p:sp>
      <p:sp>
        <p:nvSpPr>
          <p:cNvPr id="44" name="future">
            <a:extLst xmlns:a="http://schemas.openxmlformats.org/drawingml/2006/main">
              <a:ext uri="{FF2B5EF4-FFF2-40B4-BE49-F238E27FC236}">
                <a16:creationId xmlns:a16="http://schemas.microsoft.com/office/drawing/2014/main" id="{20FCB83D-14F9-48CB-BBC4-802B587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MCP 工具层     OTel 只读导出 Adapter     mTLS / OIDC     外部调度与多租户</a:t>
            </a:r>
          </a:p>
        </p:txBody>
      </p:sp>
    </p:spTree>
    <p:extLst>
      <p:ext uri="{BB962C8B-B14F-4D97-AF65-F5344CB8AC3E}">
        <p14:creationId xmlns:p14="http://schemas.microsoft.com/office/powerpoint/2010/main" val="806277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6759770-3BA2-47BA-9C60-9E19DD0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58E0D93-8CAD-4470-9FB7-199773D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20A8133-B38C-462E-B344-5495697E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1306628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56F462-837E-4A2C-9B8B-B5CBAB5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当前进展与整体可行性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8E1CC-0218-401F-A6F8-E444CC1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核心闭环已完成，公开发布仍受门禁控制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16AA40-8CA5-44FE-9A71-704B4B0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F3F9DC-D0B4-4BCB-AE9B-4A39153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主系统已经可运行、可验证、可演示；下一步的重点是发布质量和生产迁移，而不是继续堆功能。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C9CC-2520-4ACD-8CD2-5632A5B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AE421-A5B3-4361-825E-62EF8DA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one-phase">
            <a:extLst xmlns:a="http://schemas.openxmlformats.org/drawingml/2006/main">
              <a:ext uri="{FF2B5EF4-FFF2-40B4-BE49-F238E27FC236}">
                <a16:creationId xmlns:a16="http://schemas.microsoft.com/office/drawing/2014/main" id="{F8150252-F88C-4A06-A96B-BCD1D2B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AT-004 六角色实跑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89 tests · 3 evidence PASS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Skills / memory / observability</a:t>
            </a:r>
          </a:p>
        </p:txBody>
      </p:sp>
      <p:sp>
        <p:nvSpPr>
          <p:cNvPr id="42" name="gate-phase">
            <a:extLst xmlns:a="http://schemas.openxmlformats.org/drawingml/2006/main">
              <a:ext uri="{FF2B5EF4-FFF2-40B4-BE49-F238E27FC236}">
                <a16:creationId xmlns:a16="http://schemas.microsoft.com/office/drawing/2014/main" id="{FF33ECCB-8BEB-404F-B2FC-E457804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发布前确认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License · Remote · Visibility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PPT / Security / Manifest QA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本地分组提交，不推送</a:t>
            </a:r>
          </a:p>
        </p:txBody>
      </p:sp>
      <p:sp>
        <p:nvSpPr>
          <p:cNvPr id="43" name="next-phase">
            <a:extLst xmlns:a="http://schemas.openxmlformats.org/drawingml/2006/main">
              <a:ext uri="{FF2B5EF4-FFF2-40B4-BE49-F238E27FC236}">
                <a16:creationId xmlns:a16="http://schemas.microsoft.com/office/drawing/2014/main" id="{03DC9AE0-E3CA-48E4-8CA3-B912E34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复赛路线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生产身份与调度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OTel Adapter 与集中观测</a:t>
            </a:r>
          </a:p>
          <a:p xmlns:a="http://schemas.openxmlformats.org/drawingml/2006/main">
            <a:pPr algn="l"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更多真实事件，不新增空壳 Agent</a:t>
            </a:r>
          </a:p>
        </p:txBody>
      </p:sp>
      <p:sp>
        <p:nvSpPr>
          <p:cNvPr id="44" name="risk-rule">
            <a:extLst xmlns:a="http://schemas.openxmlformats.org/drawingml/2006/main">
              <a:ext uri="{FF2B5EF4-FFF2-40B4-BE49-F238E27FC236}">
                <a16:creationId xmlns:a16="http://schemas.microsoft.com/office/drawing/2014/main" id="{2F64D684-0D9F-4ECC-9A59-03A3548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风险控制：任何新能力都不能降低审批、哈希、回滚、禁网和独立验证要求。</a:t>
            </a:r>
          </a:p>
        </p:txBody>
      </p:sp>
    </p:spTree>
    <p:extLst>
      <p:ext uri="{BB962C8B-B14F-4D97-AF65-F5344CB8AC3E}">
        <p14:creationId xmlns:p14="http://schemas.microsoft.com/office/powerpoint/2010/main" val="18166553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4B860AB-D199-4A87-B71B-CD5D90F0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594CD16E-7165-414E-97D6-F352DAB1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02E8754-C8BF-4F33-90D4-545AB891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62470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2026-08-06T04:46:04.6090000Z</dcterms:created>
  <dcterms:modified xsi:type="dcterms:W3CDTF">2026-08-06T04:46:04.6090000Z</dcterms:modified>
</coreProperties>
</file>