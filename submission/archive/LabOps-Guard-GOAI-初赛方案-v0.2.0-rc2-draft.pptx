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39f8bcbe24a34" /><Relationship Type="http://schemas.openxmlformats.org/officeDocument/2006/relationships/extended-properties" Target="/docProps/app.xml" Id="Rfbd4fcc02cb84e05" /><Relationship Type="http://schemas.openxmlformats.org/officeDocument/2006/relationships/officeDocument" Target="/ppt/presentation.xml" Id="Re75e6b48e2f445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5a519297c4bbf"/>
    <p:sldMasterId xmlns:r="http://schemas.openxmlformats.org/officeDocument/2006/relationships" id="2147483650" r:id="Rf19128b2ae8f4d50"/>
  </p:sldMasterIdLst>
  <p:notesMasterIdLst>
    <p:notesMasterId xmlns:r="http://schemas.openxmlformats.org/officeDocument/2006/relationships" r:id="R5528c823c8a94890"/>
  </p:notesMasterIdLst>
  <p:sldIdLst>
    <p:sldId xmlns:r="http://schemas.openxmlformats.org/officeDocument/2006/relationships" id="256" r:id="Rf244ad4e40cc47ff"/>
    <p:sldId xmlns:r="http://schemas.openxmlformats.org/officeDocument/2006/relationships" id="257" r:id="R8fc36420ebe8410f"/>
    <p:sldId xmlns:r="http://schemas.openxmlformats.org/officeDocument/2006/relationships" id="258" r:id="R22a77327059d4da8"/>
    <p:sldId xmlns:r="http://schemas.openxmlformats.org/officeDocument/2006/relationships" id="259" r:id="Rb077ef46d70d4299"/>
    <p:sldId xmlns:r="http://schemas.openxmlformats.org/officeDocument/2006/relationships" id="260" r:id="R601699ac29254e1d"/>
    <p:sldId xmlns:r="http://schemas.openxmlformats.org/officeDocument/2006/relationships" id="261" r:id="R7d7d19cd4a184c82"/>
    <p:sldId xmlns:r="http://schemas.openxmlformats.org/officeDocument/2006/relationships" id="262" r:id="R04894b0f0e124d59"/>
    <p:sldId xmlns:r="http://schemas.openxmlformats.org/officeDocument/2006/relationships" id="263" r:id="R8c588a39828b4ec5"/>
    <p:sldId xmlns:r="http://schemas.openxmlformats.org/officeDocument/2006/relationships" id="264" r:id="R97e3877212544a48"/>
    <p:sldId xmlns:r="http://schemas.openxmlformats.org/officeDocument/2006/relationships" id="265" r:id="R93222adc6a194d7d"/>
    <p:sldId xmlns:r="http://schemas.openxmlformats.org/officeDocument/2006/relationships" id="266" r:id="Re07a7784c14e4938"/>
    <p:sldId xmlns:r="http://schemas.openxmlformats.org/officeDocument/2006/relationships" id="267" r:id="R6d55259ff82e48bf"/>
    <p:sldId xmlns:r="http://schemas.openxmlformats.org/officeDocument/2006/relationships" id="268" r:id="Rec5f21783c7e45e9"/>
    <p:sldId xmlns:r="http://schemas.openxmlformats.org/officeDocument/2006/relationships" id="269" r:id="R17fa3f8c846c4bcc"/>
    <p:sldId xmlns:r="http://schemas.openxmlformats.org/officeDocument/2006/relationships" id="270" r:id="R280b06259814477f"/>
    <p:sldId xmlns:r="http://schemas.openxmlformats.org/officeDocument/2006/relationships" id="271" r:id="R74ee761921ed4167"/>
    <p:sldId xmlns:r="http://schemas.openxmlformats.org/officeDocument/2006/relationships" id="272" r:id="R2ad272086c7d45e7"/>
    <p:sldId xmlns:r="http://schemas.openxmlformats.org/officeDocument/2006/relationships" id="273" r:id="R168c04b50ab449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8ec32820c4a92" /><Relationship Type="http://schemas.openxmlformats.org/officeDocument/2006/relationships/slideMaster" Target="/ppt/slideMasters/slideMaster1.xml" Id="R3715a519297c4bbf" /><Relationship Type="http://schemas.openxmlformats.org/officeDocument/2006/relationships/slideMaster" Target="/ppt/slideMasters/slideMaster2.xml" Id="Rf19128b2ae8f4d50" /><Relationship Type="http://schemas.openxmlformats.org/officeDocument/2006/relationships/notesMaster" Target="/ppt/notesMasters/notesMaster1.xml" Id="R5528c823c8a94890" /><Relationship Type="http://schemas.openxmlformats.org/officeDocument/2006/relationships/presProps" Target="/ppt/presProps.xml" Id="R312f688e79334b94" /><Relationship Type="http://schemas.openxmlformats.org/officeDocument/2006/relationships/viewProps" Target="/ppt/viewProps.xml" Id="R98d2778705e44bd1" /><Relationship Type="http://schemas.openxmlformats.org/officeDocument/2006/relationships/tableStyles" Target="/ppt/tableStyles.xml" Id="R92eaee49469841c3" /><Relationship Type="http://schemas.openxmlformats.org/officeDocument/2006/relationships/slide" Target="/ppt/slides/slide1.xml" Id="Rf244ad4e40cc47ff" /><Relationship Type="http://schemas.openxmlformats.org/officeDocument/2006/relationships/slide" Target="/ppt/slides/slide2.xml" Id="R8fc36420ebe8410f" /><Relationship Type="http://schemas.openxmlformats.org/officeDocument/2006/relationships/slide" Target="/ppt/slides/slide3.xml" Id="R22a77327059d4da8" /><Relationship Type="http://schemas.openxmlformats.org/officeDocument/2006/relationships/slide" Target="/ppt/slides/slide4.xml" Id="Rb077ef46d70d4299" /><Relationship Type="http://schemas.openxmlformats.org/officeDocument/2006/relationships/slide" Target="/ppt/slides/slide5.xml" Id="R601699ac29254e1d" /><Relationship Type="http://schemas.openxmlformats.org/officeDocument/2006/relationships/slide" Target="/ppt/slides/slide6.xml" Id="R7d7d19cd4a184c82" /><Relationship Type="http://schemas.openxmlformats.org/officeDocument/2006/relationships/slide" Target="/ppt/slides/slide7.xml" Id="R04894b0f0e124d59" /><Relationship Type="http://schemas.openxmlformats.org/officeDocument/2006/relationships/slide" Target="/ppt/slides/slide8.xml" Id="R8c588a39828b4ec5" /><Relationship Type="http://schemas.openxmlformats.org/officeDocument/2006/relationships/slide" Target="/ppt/slides/slide9.xml" Id="R97e3877212544a48" /><Relationship Type="http://schemas.openxmlformats.org/officeDocument/2006/relationships/slide" Target="/ppt/slides/slide10.xml" Id="R93222adc6a194d7d" /><Relationship Type="http://schemas.openxmlformats.org/officeDocument/2006/relationships/slide" Target="/ppt/slides/slide11.xml" Id="Re07a7784c14e4938" /><Relationship Type="http://schemas.openxmlformats.org/officeDocument/2006/relationships/slide" Target="/ppt/slides/slide12.xml" Id="R6d55259ff82e48bf" /><Relationship Type="http://schemas.openxmlformats.org/officeDocument/2006/relationships/slide" Target="/ppt/slides/slide13.xml" Id="Rec5f21783c7e45e9" /><Relationship Type="http://schemas.openxmlformats.org/officeDocument/2006/relationships/slide" Target="/ppt/slides/slide14.xml" Id="R17fa3f8c846c4bcc" /><Relationship Type="http://schemas.openxmlformats.org/officeDocument/2006/relationships/slide" Target="/ppt/slides/slide15.xml" Id="R280b06259814477f" /><Relationship Type="http://schemas.openxmlformats.org/officeDocument/2006/relationships/slide" Target="/ppt/slides/slide16.xml" Id="R74ee761921ed4167" /><Relationship Type="http://schemas.openxmlformats.org/officeDocument/2006/relationships/slide" Target="/ppt/slides/slide17.xml" Id="R2ad272086c7d45e7" /><Relationship Type="http://schemas.openxmlformats.org/officeDocument/2006/relationships/slide" Target="/ppt/slides/slide18.xml" Id="R168c04b50ab4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337191c6bff4a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627d428fd04e5d" /><Relationship Type="http://schemas.openxmlformats.org/officeDocument/2006/relationships/notesMaster" Target="/ppt/notesMasters/notesMaster1.xml" Id="Re7be6d700748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49b3e488e42cd" /><Relationship Type="http://schemas.openxmlformats.org/officeDocument/2006/relationships/notesMaster" Target="/ppt/notesMasters/notesMaster1.xml" Id="R90d74dcc6a5c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1d13e149c24cfb" /><Relationship Type="http://schemas.openxmlformats.org/officeDocument/2006/relationships/notesMaster" Target="/ppt/notesMasters/notesMaster1.xml" Id="Rbd087cecb7d94d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b3b6671ab64db1" /><Relationship Type="http://schemas.openxmlformats.org/officeDocument/2006/relationships/notesMaster" Target="/ppt/notesMasters/notesMaster1.xml" Id="Rd19710026dbd48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fe2194a3604bb1" /><Relationship Type="http://schemas.openxmlformats.org/officeDocument/2006/relationships/notesMaster" Target="/ppt/notesMasters/notesMaster1.xml" Id="R49f6572778a14e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c1c72f971484b" /><Relationship Type="http://schemas.openxmlformats.org/officeDocument/2006/relationships/notesMaster" Target="/ppt/notesMasters/notesMaster1.xml" Id="R00ab27ca3f84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a1078416c94576" /><Relationship Type="http://schemas.openxmlformats.org/officeDocument/2006/relationships/notesMaster" Target="/ppt/notesMasters/notesMaster1.xml" Id="R121f9c42866c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159931c3814e11" /><Relationship Type="http://schemas.openxmlformats.org/officeDocument/2006/relationships/notesMaster" Target="/ppt/notesMasters/notesMaster1.xml" Id="R4aa4354ef7e34e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90e3f646c4e8c" /><Relationship Type="http://schemas.openxmlformats.org/officeDocument/2006/relationships/notesMaster" Target="/ppt/notesMasters/notesMaster1.xml" Id="Re1459eb8eb5c4a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d9c3987904a89" /><Relationship Type="http://schemas.openxmlformats.org/officeDocument/2006/relationships/notesMaster" Target="/ppt/notesMasters/notesMaster1.xml" Id="R1079627b0db848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2e8800ef54a5d" /><Relationship Type="http://schemas.openxmlformats.org/officeDocument/2006/relationships/notesMaster" Target="/ppt/notesMasters/notesMaster1.xml" Id="Rd7b14e8a75aa4d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9ab528fa864b9c" /><Relationship Type="http://schemas.openxmlformats.org/officeDocument/2006/relationships/notesMaster" Target="/ppt/notesMasters/notesMaster1.xml" Id="R000160a8b86744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4d3830b6b54f6d" /><Relationship Type="http://schemas.openxmlformats.org/officeDocument/2006/relationships/notesMaster" Target="/ppt/notesMasters/notesMaster1.xml" Id="R4b3a50e1dcfa48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2de33b9fce475c" /><Relationship Type="http://schemas.openxmlformats.org/officeDocument/2006/relationships/notesMaster" Target="/ppt/notesMasters/notesMaster1.xml" Id="R3d70d37832a046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49417dc5d1461d" /><Relationship Type="http://schemas.openxmlformats.org/officeDocument/2006/relationships/notesMaster" Target="/ppt/notesMasters/notesMaster1.xml" Id="R56633fd9e8c446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e2d0811feb4f2d" /><Relationship Type="http://schemas.openxmlformats.org/officeDocument/2006/relationships/notesMaster" Target="/ppt/notesMasters/notesMaster1.xml" Id="Rc1447b99329143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76437b0a39420e" /><Relationship Type="http://schemas.openxmlformats.org/officeDocument/2006/relationships/notesMaster" Target="/ppt/notesMasters/notesMaster1.xml" Id="R81a4cd7eadab43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2fab0e7910441c" /><Relationship Type="http://schemas.openxmlformats.org/officeDocument/2006/relationships/notesMaster" Target="/ppt/notesMasters/notesMaster1.xml" Id="R3541df06dc404f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CURRENT_STATE.md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demo/output-agentteams-at004/evidence_manifest.json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docs/competition-submission-draft.md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docs/competition-mapping.md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evidence: AT-004 collected_evidence.json; metrics.json; docs/competition-mapping.md</a:t>
            </a:r>
          </a:p>
          <a:p xmlns:a="http://schemas.openxmlformats.org/drawingml/2006/main">
            <a:r>
              <a:t>- Visual structure: user-provided GOAI Agent Infra preliminary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agentteams/agent_identities_v2.json; docs/security-model.md; docs/observability.md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agentteams/agent_identities_v2.json; AT-004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skills/*/SKILL.md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docs/security-model.md; docs/observability.md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CONTRIBUTING.md; SECURITY.md; THIRD_PARTY_NOTICES.md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PLAN.md; docs/observability.md; OpenTelemetry official semantic-convention documentation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CURRENT_STATE.md; PLAN.md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CURRENT_STATE.md; PLAN.md; KNOWN_LIMITATIONS.md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Team details intentionally left blank at the project owner's request.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ae13172594b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c21c44f7cd45b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7248a06d34e9d" /><Relationship Type="http://schemas.openxmlformats.org/officeDocument/2006/relationships/slideLayout" Target="/ppt/slideLayouts/slideLayout1.xml" Id="Rf4d8d0a7b1374e9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4a5a9bcfbe4468" /><Relationship Type="http://schemas.openxmlformats.org/officeDocument/2006/relationships/slideLayout" Target="/ppt/slideLayouts/slideLayout2.xml" Id="R48bb6cf0b6724d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d8d0a7b1374e9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8bb6cf0b6724d3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5ea756a56413a" /><Relationship Type="http://schemas.openxmlformats.org/officeDocument/2006/relationships/notesSlide" Target="/ppt/notesSlides/notesSlide1.xml" Id="R235c00d0c77d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57ae6126d4948" /><Relationship Type="http://schemas.openxmlformats.org/officeDocument/2006/relationships/notesSlide" Target="/ppt/notesSlides/notesSlide2.xml" Id="R9c8e31cfbb16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2c9dfdde74f28" /><Relationship Type="http://schemas.openxmlformats.org/officeDocument/2006/relationships/notesSlide" Target="/ppt/notesSlides/notesSlide3.xml" Id="R4ecd719bc18b4f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52c83197948fa" /><Relationship Type="http://schemas.openxmlformats.org/officeDocument/2006/relationships/notesSlide" Target="/ppt/notesSlides/notesSlide4.xml" Id="R9b9cdbd56b0b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9dfbcfe743e8" /><Relationship Type="http://schemas.openxmlformats.org/officeDocument/2006/relationships/notesSlide" Target="/ppt/notesSlides/notesSlide5.xml" Id="R042fef94156146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556e478a94726" /><Relationship Type="http://schemas.openxmlformats.org/officeDocument/2006/relationships/notesSlide" Target="/ppt/notesSlides/notesSlide6.xml" Id="Rbab82edea33047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2af7ae6694885" /><Relationship Type="http://schemas.openxmlformats.org/officeDocument/2006/relationships/notesSlide" Target="/ppt/notesSlides/notesSlide7.xml" Id="Rcda65f4070b64f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23afc5455437c" /><Relationship Type="http://schemas.openxmlformats.org/officeDocument/2006/relationships/notesSlide" Target="/ppt/notesSlides/notesSlide8.xml" Id="R7b41e0a5043a40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8beb8c2eb4029" /><Relationship Type="http://schemas.openxmlformats.org/officeDocument/2006/relationships/notesSlide" Target="/ppt/notesSlides/notesSlide9.xml" Id="Rcf0a130ee11149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abd0900fab4e52" /><Relationship Type="http://schemas.openxmlformats.org/officeDocument/2006/relationships/notesSlide" Target="/ppt/notesSlides/notesSlide10.xml" Id="R632ef4d25a8d4c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e609340494f5a" /><Relationship Type="http://schemas.openxmlformats.org/officeDocument/2006/relationships/notesSlide" Target="/ppt/notesSlides/notesSlide11.xml" Id="Rbdbec516979e43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d5f86d5b64461d" /><Relationship Type="http://schemas.openxmlformats.org/officeDocument/2006/relationships/notesSlide" Target="/ppt/notesSlides/notesSlide12.xml" Id="Re423d70d22f049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7e4ce18a14ad0" /><Relationship Type="http://schemas.openxmlformats.org/officeDocument/2006/relationships/notesSlide" Target="/ppt/notesSlides/notesSlide13.xml" Id="R104243884c2945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1f9a76b434726" /><Relationship Type="http://schemas.openxmlformats.org/officeDocument/2006/relationships/notesSlide" Target="/ppt/notesSlides/notesSlide14.xml" Id="Ra74a07334b6648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00049cb0e4a88" /><Relationship Type="http://schemas.openxmlformats.org/officeDocument/2006/relationships/notesSlide" Target="/ppt/notesSlides/notesSlide15.xml" Id="Rc47b7c9cab5c47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d0c5e3d1af4c4e" /><Relationship Type="http://schemas.openxmlformats.org/officeDocument/2006/relationships/notesSlide" Target="/ppt/notesSlides/notesSlide16.xml" Id="Ra9c843c30e864b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a5a9c0ac499d" /><Relationship Type="http://schemas.openxmlformats.org/officeDocument/2006/relationships/notesSlide" Target="/ppt/notesSlides/notesSlide17.xml" Id="R8055bfedee3742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2e5f8d49940b4" /><Relationship Type="http://schemas.openxmlformats.org/officeDocument/2006/relationships/notesSlide" Target="/ppt/notesSlides/notesSlide18.xml" Id="R6f4a92e2b21348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19CCF-7FDE-441F-9154-9A613CE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063C60-2A9A-4F4D-AAB4-E7474A4F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46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CCC9D5-5F82-416A-B422-40CECB2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GOAI Agent Infra · AgentTeams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D7630DE-4C8F-4706-AF33-3313C89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无证据不诊断 · 无审批不执行 · 无验证不闭环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B7C90E91-D146-49C6-8172-3F8CEEE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1" name="Shape 1 contained">
            <a:extLst xmlns:a="http://schemas.openxmlformats.org/drawingml/2006/main">
              <a:ext uri="{FF2B5EF4-FFF2-40B4-BE49-F238E27FC236}">
                <a16:creationId xmlns:a16="http://schemas.microsoft.com/office/drawing/2014/main" id="{60C9CC69-7928-4B93-88BC-DFE43F5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2" name="Shape 2 contained">
            <a:extLst xmlns:a="http://schemas.openxmlformats.org/drawingml/2006/main">
              <a:ext uri="{FF2B5EF4-FFF2-40B4-BE49-F238E27FC236}">
                <a16:creationId xmlns:a16="http://schemas.microsoft.com/office/drawing/2014/main" id="{3C6250D6-A444-45B7-A1E5-BA766C9B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532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B58A02-1388-4AD5-942F-F555F7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7B30-EABE-4273-8E97-49738CC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99241-D630-4CD8-99FE-05D1707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B3707B-C11E-4632-BB54-2CA0F0A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24C80E-BB5A-4296-87CB-9183F07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90A0E7-77E7-415C-BC61-D10593D6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CB1007-F91C-4C57-90BF-0018046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BAB656-6A19-477D-BE39-D8EC76C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DF84EA-5668-47CD-ABB7-1D16306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775768-535D-4EF1-8C98-999CBAA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991F39-040D-4B06-921F-0F37F08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AI 实验指标回退后，修复过程难以证明。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ECA882-208B-4163-8D65-EC27470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谁做了什么？是否越权？结果可信？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04BC66-4A2D-4DBF-AF4F-847A78B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5B4D5E-71FD-418B-AE83-542372F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CDA2E5-D97F-4E1F-9B13-E31081A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775CF1-2B51-4165-8904-9D89C0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六角色职责隔离 + 审批 + 受限 Runner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9DA22D-96B1-4A9A-8335-F807366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证据驱动闭环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B3B082-4F66-47D9-9B7A-ADE3330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C1D3DD1-DDA4-4495-877F-990D852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6CB46D-B58A-4EE9-BEA6-58FE585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E2AC-D458-4EDA-9C70-DBBCD16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执行者不能宣布成功，失败也是正式结果。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7321EA-D803-4464-BB1E-82C040D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独立审计 · 可阻塞 · 可回滚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470B119-0BF9-4FC3-8CC4-42B4842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0FBF911-92B3-4C62-A3E1-D544CF1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024AAE-E4D5-49A5-8EC9-751D0EA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C3B3CD-3635-4514-A803-B264DCE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版本化 Skill、Schema 与 Runner 契约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35DC10B-B8D6-447F-BA62-84876C6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训练 / 评测 / 数据 / 发布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629CA80-278D-4977-9BF4-7932496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8EBD13-0FEB-499B-9FD2-A381C72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D4C11D-EB06-4A08-A08A-F6A19F9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575587F-4DE6-4AF4-AEB7-2E3CD65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AT-004 六角色实跑，正式证据已固化。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22AC351-3C87-4987-86B8-4AB57BB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71.88% → 97.81% · RESOLVED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8796978-B7CB-4EBE-B02B-27B861D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5250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377058-E81C-4421-B3D6-8DF2A601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7011E5-AFA2-4AC3-BC7F-67C1953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E9D418-881B-41D2-8A2F-D81DFF6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20BB468-0773-402C-9560-73C9B0D9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BDB126-C106-4B22-A803-7B224CB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5BD0D7-1AEF-4274-8928-C781355B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DB56D4C-B0E2-4E4A-9853-5DC073E4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3CBC090-3B6F-42A6-BC44-18F969A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78A5E05-F1E9-4083-A0C9-D2017F6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工程与安全审计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E722095-0D29-4118-8D5B-28C5BE92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0C7E91-2EB2-4658-9C32-EF4BE5AF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C065B3-2ABD-4054-960C-68E0960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E7B913-F9D5-4FD3-9A3E-98EF4BD1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FA698AA-9FED-4298-B91A-4A1D465C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30A8E32-26E2-4105-B62C-504D8D0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00AE000-B5B4-402B-BBEA-792FAF5C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F5D4D1B-A07F-47DF-8DF8-A7F9B68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开放 / 开源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D4AD54C-E078-4A20-AAD7-4596B8B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60CA227-30DE-4166-8949-5C9540A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ED602C9-E7CC-485A-B513-8DAEFF9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8E741F5-C98E-4718-8270-D2DB8964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多 Agent 协作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E851C50-5255-47A8-9240-B988CEB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D4B9019-C1C1-4A1C-9DFD-B6A8514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1863659-5B41-4A9E-AB29-7D8D3C1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12629EF-A1E8-4793-9AA0-7EA98EA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落地与路线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B3B2D86-43C1-4AD0-B70B-C8C7BD7C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5DC1B9C-0D4B-4E0E-BCAA-A5EB664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8BCFBE8-A488-41F6-B9DC-4CDED2D4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6480735-99C0-4EAE-8290-7C41A02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工程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89888CD-234D-45AB-BA0B-C2A3072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24E10CB-0487-42B3-9EFE-C832D34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8F5414A-5269-4241-ABA4-13FF1571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4D353CD-F1BA-414C-AB52-182C03D3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证据与 Demo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1C0DA5F9-B5E5-4FFC-8891-8646E56D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0861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A9F1D1-2E23-4CAE-9ACC-C4107D6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8E8EE5-D274-491B-922A-962E786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84E7A7-EBA5-4DCF-A261-548285B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C42B23-09B1-426D-A62C-09DDB553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B0F384-0F20-4C74-9E44-62E8F3B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D8F122B-4ADA-4F82-A0CA-2A0960E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FA3F8D-5007-4AE2-9344-828674F2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3DD4EC4-7221-4D8A-A520-DC19BD60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8361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指标变好，不等于修复可信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面向模型研发、评测平台和 AI Infra 团队：把一次指标回退变成可证明、可阻塞、可回滚的工程事件。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1A255FEB-1FE9-4771-AEAB-72CC59AC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真实事故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499066CB-86BF-4275-B38D-FA5C1CF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71.88% × 3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17809C3A-7134-4E02-B620-02C8134C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固定 checkpoint、数据和 metric 哈希未变</a:t>
            </a:r>
          </a:p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历史基线约 97.81% · 当前零波动回退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BC541DF2-8818-40E7-83A5-26E55ED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治理价值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1AC035E7-91E2-4DAF-83C0-95E86A5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可信闭环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131F0FAB-F1D7-4820-9147-5C47E505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缩短排障路径，更重要的是阻止越权修复、</a:t>
            </a:r>
          </a:p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评测污染和“结果变好就收口”的假成功。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09001CB6-988F-4EFD-9A5E-C3BA0D1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可迁移：训练失败 · 评测漂移 · 数据质量 · 发布验证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FA3E45-3AFC-4FF6-88D6-4F227DA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AB9398-D52E-472F-8915-7263B47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90A152E-F9F1-4365-B1CD-E9C78339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2343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664099-3C14-48C2-A659-F4A6E38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决策面与执行面分离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A04622-409E-4F5D-854E-61D25BE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64869E-4254-4AAA-9D05-EA73B50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7B3F63D-7ECD-41D2-910E-53FFB2D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AgentTeams 管决策与交接，审批门控制风险，Runner 只执行结构化、已批准、白名单计划；证据面独立留痕。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6E547D-B6AB-4AEF-B6BC-5947628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5C718B-CB3F-4C51-9FCE-B3C44FB9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ecision-plane">
            <a:extLst xmlns:a="http://schemas.openxmlformats.org/drawingml/2006/main">
              <a:ext uri="{FF2B5EF4-FFF2-40B4-BE49-F238E27FC236}">
                <a16:creationId xmlns:a16="http://schemas.microsoft.com/office/drawing/2014/main" id="{421741A8-C0DB-4DFC-97E2-7BC9095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决策面 · AgentTeams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Commander → Evidence → RCA → Plan</a:t>
            </a:r>
          </a:p>
        </p:txBody>
      </p:sp>
      <p:sp>
        <p:nvSpPr>
          <p:cNvPr id="42" name="approval-gate">
            <a:extLst xmlns:a="http://schemas.openxmlformats.org/drawingml/2006/main">
              <a:ext uri="{FF2B5EF4-FFF2-40B4-BE49-F238E27FC236}">
                <a16:creationId xmlns:a16="http://schemas.microsoft.com/office/drawing/2014/main" id="{BD6DD2F9-D60D-40BB-B7DE-6D495E8A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人工审批门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禁止动作不可降级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批准时间必须早于执行</a:t>
            </a:r>
          </a:p>
        </p:txBody>
      </p:sp>
      <p:sp>
        <p:nvSpPr>
          <p:cNvPr id="43" name="execution-plane">
            <a:extLst xmlns:a="http://schemas.openxmlformats.org/drawingml/2006/main">
              <a:ext uri="{FF2B5EF4-FFF2-40B4-BE49-F238E27FC236}">
                <a16:creationId xmlns:a16="http://schemas.microsoft.com/office/drawing/2014/main" id="{93E2DA66-BDC4-4454-ACF0-D6E91217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执行面 · Runner 0.2.0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Gateway 白名单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CPU · 非 root · network=none</a:t>
            </a:r>
          </a:p>
        </p:txBody>
      </p:sp>
      <p:sp>
        <p:nvSpPr>
          <p:cNvPr id="44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3681A9AC-A234-461A-8E3E-6F20AFE9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Matrix Trace     MinIO Artifact     Metrics / Log     Approval     SHA-256 Manifest</a:t>
            </a:r>
          </a:p>
        </p:txBody>
      </p:sp>
      <p:sp>
        <p:nvSpPr>
          <p:cNvPr id="45" name="closure-rule">
            <a:extLst xmlns:a="http://schemas.openxmlformats.org/drawingml/2006/main">
              <a:ext uri="{FF2B5EF4-FFF2-40B4-BE49-F238E27FC236}">
                <a16:creationId xmlns:a16="http://schemas.microsoft.com/office/drawing/2014/main" id="{377460A4-5D15-4958-A920-068B8CB3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94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只有 Verification Auditor 独立通过，Incident Commander 才能发布 RESOLVED。</a:t>
            </a:r>
          </a:p>
        </p:txBody>
      </p:sp>
    </p:spTree>
    <p:extLst>
      <p:ext uri="{BB962C8B-B14F-4D97-AF65-F5344CB8AC3E}">
        <p14:creationId xmlns:p14="http://schemas.microsoft.com/office/powerpoint/2010/main" val="1113680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DE3AA29-B516-4967-86FC-F3AB3C1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6F9D393D-BDC7-490A-B745-801DE1B8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DBBF5145-8FB9-4C4E-AB83-20C4742C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40A98471-BDCD-4DE2-84E1-4233291D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CAF051ED-1992-47D3-B3AA-515DAAED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6F0D0FE9-0CF9-40AF-864D-4B81B3F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F506EA0-CDE7-478E-BB46-78C3126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A5F8001-1E67-43E1-94F1-4A34E003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63775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六角色各自受限，协作才形成闭环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每次 handoff 都记录任务 ID、输入、输出、时间、状态与真实事件；Executor 没有宣布成功的权限。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6D471-B2A7-4AF4-8DDF-73B1F225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F95275-6AD8-457D-90D3-EE582083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61828D-7594-479C-93A1-64D9AF7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605B46-30E2-4D30-AA3E-620EBF3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938777-130B-4F26-9AB1-7D375FAF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F8E81F37-18CB-487D-A114-7F2F6A04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 Commander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编排 / 状态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B8B325DF-289B-4F48-9AD4-531C4924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 Collector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白名单采证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B689778A-2E5A-4E36-A8DF-4990B74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 RCA Analyst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证据约束假设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A324257C-7E7F-4FB4-9912-782A034C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 Planner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单变量计划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F8C9F3CD-5327-482C-A421-4E809D2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 Executor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批准后执行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A334E503-151D-43C2-B1A1-0B590EF6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 Auditor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独立裁决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8CE8D557-FCB9-44FD-9DFB-080B32B8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AT-004 真实链：6 次角色交接 + 1 次人工审批 · 权威 Trace 7 entries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CCF26051-B130-4923-94AF-40BE420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异常不是旁路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证据不足 → BLOCKED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策略越界 → ROLLED_BACK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8E05D285-FB6F-462B-9CC5-5A1ABE0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闭环不是口号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后置指标 + 保护哈希 + Trace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全部通过 → RESOLVED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5081B71-62EC-4E67-B4DE-16B401B1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4501F1-6B10-4923-9BD2-CA50DC5F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BE1A12-9CE6-4ECD-9496-F00DEB86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DBC704-11B8-471D-B6FE-7E611C0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EC73CF02-35C7-4DFB-8494-F73990BB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1715FFB6-5AE9-4736-A6E5-8D7A217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  <a:endParaRPr sz="1250"/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F779EEA5-9149-4D4E-AB21-DA84819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6AA3FE28-F6D9-407B-89E1-BC5E595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75325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不是提示词集合，而是可校验合同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六个角色 Skill 均定义版本、输入输出、调用条件、生命周期、结构化错误、安全边界与跨项目复用。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10A95D-D59C-4297-A061-E86EBA9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940AE0-1C58-40CF-B05F-BC57BCE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6E5609-9A17-431A-9316-520C2BE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CB7051-BE9E-40E3-AA2D-88B7E7F4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3A9139C7-9C74-4394-8711-95B74D00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66738BB1-904C-4B74-8079-86929A6F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Diagnose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HYPOTHESIS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C42AD88A-C65F-43C2-A295-143D437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DC061730-924C-4DD6-B55B-34CF615B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D60DC2B4-CCAE-458B-80D2-CDB423B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DECISION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CF1CBF87-8C38-4078-813A-803EAD3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schema_version · skill_version · structured errors · fail closed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1D99AFC9-594D-4C55-9E4A-83D9A702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Commander 收口能力</a:t>
            </a:r>
          </a:p>
          <a:p xmlns:a="http://schemas.openxmlformats.org/drawingml/2006/main">
            <a:pPr algn="ctr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Pack Evidence → Publish Case Memory</a:t>
            </a:r>
          </a:p>
          <a:p xmlns:a="http://schemas.openxmlformats.org/drawingml/2006/main">
            <a:pPr algn="ctr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不新增 Agent · 不修改状态机 · 不覆盖原证据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178ADEA-41B4-4AF2-904D-88B6266E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0A44F01-1C5A-4F90-9AD4-DFBAF6A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62F2F136-2E96-4944-AF20-3B127A7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1CBDBA66-C6FA-4419-A9AD-B5366D5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41D4888-1706-4E33-B294-BD4DD84A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F9D713C-5DE5-403F-9D6C-E205B34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0E224999-0CE6-477D-A22F-1231559C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B0E860CB-3E14-4DD0-860F-9E5E7B7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72476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AT-004：一次真实闭环，经得起逐项复核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固定对象、单变量沙箱修复、人工审批、断网 Runner 与独立重算共同构成完成证明。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E213069-750A-4761-A748-0B325D1B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三次独立复算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1ECE465-1026-41B2-8859-75789706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71.88%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61DCE-58CA-4DD5-B8C2-50A28AF0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7E49CDDC-23E6-4BFF-B7BD-A9C1D04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97.81%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76F9F8C-009A-4AF1-A3AF-6ADC95EA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baseline ×3 · spread 0     candidate ×3 · spread 0</a:t>
            </a:r>
          </a:p>
        </p:txBody>
      </p:sp>
      <p:sp>
        <p:nvSpPr>
          <p:cNvPr id="44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89D0FFC0-938E-44B9-9524-81B23AD8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审批与能力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APPROVED &lt; run start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RuntimeCapabilityCheck 8 / 8</a:t>
            </a:r>
          </a:p>
        </p:txBody>
      </p:sp>
      <p:sp>
        <p:nvSpPr>
          <p:cNvPr id="45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07B2BD47-CC60-4EA2-9C07-F9123B8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保护边界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6 组文件哈希不变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only 1 sandbox field changed</a:t>
            </a:r>
          </a:p>
        </p:txBody>
      </p:sp>
      <p:sp>
        <p:nvSpPr>
          <p:cNvPr id="46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6D075516-F241-4B9F-8CA8-7599135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Runner 0.2.0 · CPU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non-root · network=none</a:t>
            </a:r>
          </a:p>
        </p:txBody>
      </p:sp>
      <p:sp>
        <p:nvSpPr>
          <p:cNvPr id="47" name="trace-proof">
            <a:extLst xmlns:a="http://schemas.openxmlformats.org/drawingml/2006/main">
              <a:ext uri="{FF2B5EF4-FFF2-40B4-BE49-F238E27FC236}">
                <a16:creationId xmlns:a16="http://schemas.microsoft.com/office/drawing/2014/main" id="{CB84FDD7-14A4-4F66-8BEA-E0CD52F5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独立审计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27 ZIP entries · 7 Trace entries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 / ACCEPTED</a:t>
            </a:r>
          </a:p>
        </p:txBody>
      </p:sp>
      <p:sp>
        <p:nvSpPr>
          <p:cNvPr id="48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D806C52A-7548-4ACA-BB6A-55F63082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Verification Auditor：PASS / RESOLVED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C03D302-D332-45F0-BF3E-50A6D45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9A8048-03B7-4578-8A5A-6E59C77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6267C7-0C8E-4B81-92FA-38CBA4F9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26E0456-C71F-4091-A9A2-5AA80A8A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E2D943F9-D927-4727-BD5A-8EFD538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78406B07-A966-4E94-AA63-BA981843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  <a:endParaRPr sz="1250"/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C4E5587A-DFC6-439B-912E-907C0B54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5DE2C78F-9D58-41FD-9F7F-00C9AFE5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45659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9515D8-879F-4E3D-A7C5-89CC0F9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B408BC-1BE4-4547-9ACB-C98C08C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先开放可验证合同，再扩展生态适配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1288F90-79BA-4C9C-A15F-75B54B4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公开内容与未来路线严格分层：已完成的可以复现，未完成的只写边界与迁移接口。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open-now-label">
            <a:extLst xmlns:a="http://schemas.openxmlformats.org/drawingml/2006/main">
              <a:ext uri="{FF2B5EF4-FFF2-40B4-BE49-F238E27FC236}">
                <a16:creationId xmlns:a16="http://schemas.microsoft.com/office/drawing/2014/main" id="{E18CC3F9-0FE9-4E20-9BDC-BD1A2010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已完成 · 可复用</a:t>
            </a:r>
          </a:p>
        </p:txBody>
      </p:sp>
      <p:sp>
        <p:nvSpPr>
          <p:cNvPr id="40" name="open-now">
            <a:extLst xmlns:a="http://schemas.openxmlformats.org/drawingml/2006/main">
              <a:ext uri="{FF2B5EF4-FFF2-40B4-BE49-F238E27FC236}">
                <a16:creationId xmlns:a16="http://schemas.microsoft.com/office/drawing/2014/main" id="{9DBDD307-438A-4157-A21D-233681AD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Schema / 7 个 Skill 包 / Runner 契约 / 三案例证据 / case memory / CI</a:t>
            </a:r>
          </a:p>
        </p:txBody>
      </p:sp>
      <p:sp>
        <p:nvSpPr>
          <p:cNvPr id="41" name="gates-label">
            <a:extLst xmlns:a="http://schemas.openxmlformats.org/drawingml/2006/main">
              <a:ext uri="{FF2B5EF4-FFF2-40B4-BE49-F238E27FC236}">
                <a16:creationId xmlns:a16="http://schemas.microsoft.com/office/drawing/2014/main" id="{020D2B3C-948E-4727-8CCB-445E10A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发布前门禁</a:t>
            </a:r>
          </a:p>
        </p:txBody>
      </p:sp>
      <p:sp>
        <p:nvSpPr>
          <p:cNvPr id="42" name="gates">
            <a:extLst xmlns:a="http://schemas.openxmlformats.org/drawingml/2006/main">
              <a:ext uri="{FF2B5EF4-FFF2-40B4-BE49-F238E27FC236}">
                <a16:creationId xmlns:a16="http://schemas.microsoft.com/office/drawing/2014/main" id="{2ECE7E03-4C98-4B08-93A4-0F7E69FE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Apache-2.0 用户确认     远端与公开权限确认     全量审计     Release / Tag 时机确认</a:t>
            </a:r>
          </a:p>
        </p:txBody>
      </p:sp>
      <p:sp>
        <p:nvSpPr>
          <p:cNvPr id="43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4669F0B5-CB40-4164-B9D0-A16E7EE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未来适配 · 不冒充已实现</a:t>
            </a:r>
          </a:p>
        </p:txBody>
      </p:sp>
      <p:sp>
        <p:nvSpPr>
          <p:cNvPr id="44" name="future">
            <a:extLst xmlns:a="http://schemas.openxmlformats.org/drawingml/2006/main">
              <a:ext uri="{FF2B5EF4-FFF2-40B4-BE49-F238E27FC236}">
                <a16:creationId xmlns:a16="http://schemas.microsoft.com/office/drawing/2014/main" id="{3252818D-A5EF-4085-B70C-DC7F57F5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MCP 工具层     OTel 只读导出 Adapter     mTLS / OIDC     外部调度与多租户</a:t>
            </a:r>
          </a:p>
        </p:txBody>
      </p:sp>
    </p:spTree>
    <p:extLst>
      <p:ext uri="{BB962C8B-B14F-4D97-AF65-F5344CB8AC3E}">
        <p14:creationId xmlns:p14="http://schemas.microsoft.com/office/powerpoint/2010/main" val="806277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6759770-3BA2-47BA-9C60-9E19DD0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58E0D93-8CAD-4470-9FB7-199773DC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当前进展与整体可行性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20A8133-B38C-462E-B344-5495697E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1306628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56F462-837E-4A2C-9B8B-B5CBAB5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当前进展与整体可行性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68E1CC-0218-401F-A6F8-E444CC1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核心闭环已完成，公开发布仍受门禁控制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F16AA40-8CA5-44FE-9A71-704B4B0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F3F9DC-D0B4-4BCB-AE9B-4A39153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主系统已经可运行、可验证、可演示；下一步的重点是发布质量和生产迁移，而不是继续堆功能。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E103B9-3F4C-472E-908D-AE7BD4B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C10AE5-CFD4-40DB-A32B-41CBA6A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one-phase">
            <a:extLst xmlns:a="http://schemas.openxmlformats.org/drawingml/2006/main">
              <a:ext uri="{FF2B5EF4-FFF2-40B4-BE49-F238E27FC236}">
                <a16:creationId xmlns:a16="http://schemas.microsoft.com/office/drawing/2014/main" id="{4CDC6D01-7D3A-4873-BF8A-1446D7FC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AT-004 六角色实跑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89 tests · 3 evidence PASS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Skills / memory / observability</a:t>
            </a:r>
          </a:p>
        </p:txBody>
      </p:sp>
      <p:sp>
        <p:nvSpPr>
          <p:cNvPr id="42" name="gate-phase">
            <a:extLst xmlns:a="http://schemas.openxmlformats.org/drawingml/2006/main">
              <a:ext uri="{FF2B5EF4-FFF2-40B4-BE49-F238E27FC236}">
                <a16:creationId xmlns:a16="http://schemas.microsoft.com/office/drawing/2014/main" id="{8F6996CE-1402-4B5B-989B-8B41A30B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发布前确认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License · Remote · Visibility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PPT / Security / Manifest QA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本地分组提交，不推送</a:t>
            </a:r>
          </a:p>
        </p:txBody>
      </p:sp>
      <p:sp>
        <p:nvSpPr>
          <p:cNvPr id="43" name="next-phase">
            <a:extLst xmlns:a="http://schemas.openxmlformats.org/drawingml/2006/main">
              <a:ext uri="{FF2B5EF4-FFF2-40B4-BE49-F238E27FC236}">
                <a16:creationId xmlns:a16="http://schemas.microsoft.com/office/drawing/2014/main" id="{E972815B-E6DA-4F74-9132-0B8E57AC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复赛路线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生产身份与调度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OTel Adapter 与集中观测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更多真实事件，不新增空壳 Agent</a:t>
            </a:r>
          </a:p>
        </p:txBody>
      </p:sp>
      <p:sp>
        <p:nvSpPr>
          <p:cNvPr id="44" name="risk-rule">
            <a:extLst xmlns:a="http://schemas.openxmlformats.org/drawingml/2006/main">
              <a:ext uri="{FF2B5EF4-FFF2-40B4-BE49-F238E27FC236}">
                <a16:creationId xmlns:a16="http://schemas.microsoft.com/office/drawing/2014/main" id="{7AA08C1D-926B-47A8-83D8-E7EEEA1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风险控制：任何新能力都不能降低审批、哈希、回滚、禁网和独立验证要求。</a:t>
            </a:r>
          </a:p>
        </p:txBody>
      </p:sp>
    </p:spTree>
    <p:extLst>
      <p:ext uri="{BB962C8B-B14F-4D97-AF65-F5344CB8AC3E}">
        <p14:creationId xmlns:p14="http://schemas.microsoft.com/office/powerpoint/2010/main" val="18166553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4B860AB-D199-4A87-B71B-CD5D90F0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594CD16E-7165-414E-97D6-F352DAB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02E8754-C8BF-4F33-90D4-545AB891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团队介绍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62470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2026-08-06T04:37:30.3780000Z</dcterms:created>
  <dcterms:modified xsi:type="dcterms:W3CDTF">2026-08-06T04:37:30.3780000Z</dcterms:modified>
</coreProperties>
</file>