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bd7da41d4f4de7" /><Relationship Type="http://schemas.openxmlformats.org/officeDocument/2006/relationships/extended-properties" Target="/docProps/app.xml" Id="R41ad75f05d2c49a1" /><Relationship Type="http://schemas.openxmlformats.org/officeDocument/2006/relationships/officeDocument" Target="/ppt/presentation.xml" Id="R6b0450b1f65b4f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9439bb32594c77"/>
    <p:sldMasterId xmlns:r="http://schemas.openxmlformats.org/officeDocument/2006/relationships" id="2147483650" r:id="Re57d578e5f354db2"/>
  </p:sldMasterIdLst>
  <p:notesMasterIdLst>
    <p:notesMasterId xmlns:r="http://schemas.openxmlformats.org/officeDocument/2006/relationships" r:id="Rd49612d7b8be41bd"/>
  </p:notesMasterIdLst>
  <p:sldIdLst>
    <p:sldId xmlns:r="http://schemas.openxmlformats.org/officeDocument/2006/relationships" id="256" r:id="R9ad7365767884ec2"/>
    <p:sldId xmlns:r="http://schemas.openxmlformats.org/officeDocument/2006/relationships" id="257" r:id="R00ea209adca24a0d"/>
    <p:sldId xmlns:r="http://schemas.openxmlformats.org/officeDocument/2006/relationships" id="258" r:id="R7e2d6742e2bc4ea9"/>
    <p:sldId xmlns:r="http://schemas.openxmlformats.org/officeDocument/2006/relationships" id="259" r:id="R64aecc8400de4910"/>
    <p:sldId xmlns:r="http://schemas.openxmlformats.org/officeDocument/2006/relationships" id="260" r:id="R723907d912204b60"/>
    <p:sldId xmlns:r="http://schemas.openxmlformats.org/officeDocument/2006/relationships" id="261" r:id="R23455ef404024121"/>
    <p:sldId xmlns:r="http://schemas.openxmlformats.org/officeDocument/2006/relationships" id="262" r:id="Ra31fb39d0a074271"/>
    <p:sldId xmlns:r="http://schemas.openxmlformats.org/officeDocument/2006/relationships" id="263" r:id="R5d405728e78147b7"/>
    <p:sldId xmlns:r="http://schemas.openxmlformats.org/officeDocument/2006/relationships" id="264" r:id="R791aeb6d379a4cea"/>
    <p:sldId xmlns:r="http://schemas.openxmlformats.org/officeDocument/2006/relationships" id="265" r:id="R41763e24c0c94fed"/>
    <p:sldId xmlns:r="http://schemas.openxmlformats.org/officeDocument/2006/relationships" id="266" r:id="Rc9e4992cdc2842ee"/>
    <p:sldId xmlns:r="http://schemas.openxmlformats.org/officeDocument/2006/relationships" id="267" r:id="R451c0e97be7242aa"/>
    <p:sldId xmlns:r="http://schemas.openxmlformats.org/officeDocument/2006/relationships" id="268" r:id="R07b0b3ca7bdc4697"/>
    <p:sldId xmlns:r="http://schemas.openxmlformats.org/officeDocument/2006/relationships" id="269" r:id="R6077b8c219634a7b"/>
    <p:sldId xmlns:r="http://schemas.openxmlformats.org/officeDocument/2006/relationships" id="270" r:id="R008d4d7086424b3c"/>
    <p:sldId xmlns:r="http://schemas.openxmlformats.org/officeDocument/2006/relationships" id="271" r:id="R9aa6031d37b24a45"/>
    <p:sldId xmlns:r="http://schemas.openxmlformats.org/officeDocument/2006/relationships" id="272" r:id="Rc7d0c76f04834b14"/>
    <p:sldId xmlns:r="http://schemas.openxmlformats.org/officeDocument/2006/relationships" id="273" r:id="Rb672eacd9d6648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16307368ab42e8" /><Relationship Type="http://schemas.openxmlformats.org/officeDocument/2006/relationships/slideMaster" Target="/ppt/slideMasters/slideMaster1.xml" Id="R079439bb32594c77" /><Relationship Type="http://schemas.openxmlformats.org/officeDocument/2006/relationships/slideMaster" Target="/ppt/slideMasters/slideMaster2.xml" Id="Re57d578e5f354db2" /><Relationship Type="http://schemas.openxmlformats.org/officeDocument/2006/relationships/notesMaster" Target="/ppt/notesMasters/notesMaster1.xml" Id="Rd49612d7b8be41bd" /><Relationship Type="http://schemas.openxmlformats.org/officeDocument/2006/relationships/presProps" Target="/ppt/presProps.xml" Id="R0ad81467fc1044d3" /><Relationship Type="http://schemas.openxmlformats.org/officeDocument/2006/relationships/viewProps" Target="/ppt/viewProps.xml" Id="Rfb2f113475d64bad" /><Relationship Type="http://schemas.openxmlformats.org/officeDocument/2006/relationships/tableStyles" Target="/ppt/tableStyles.xml" Id="R15f4d6af2a7943e8" /><Relationship Type="http://schemas.openxmlformats.org/officeDocument/2006/relationships/slide" Target="/ppt/slides/slide1.xml" Id="R9ad7365767884ec2" /><Relationship Type="http://schemas.openxmlformats.org/officeDocument/2006/relationships/slide" Target="/ppt/slides/slide2.xml" Id="R00ea209adca24a0d" /><Relationship Type="http://schemas.openxmlformats.org/officeDocument/2006/relationships/slide" Target="/ppt/slides/slide3.xml" Id="R7e2d6742e2bc4ea9" /><Relationship Type="http://schemas.openxmlformats.org/officeDocument/2006/relationships/slide" Target="/ppt/slides/slide4.xml" Id="R64aecc8400de4910" /><Relationship Type="http://schemas.openxmlformats.org/officeDocument/2006/relationships/slide" Target="/ppt/slides/slide5.xml" Id="R723907d912204b60" /><Relationship Type="http://schemas.openxmlformats.org/officeDocument/2006/relationships/slide" Target="/ppt/slides/slide6.xml" Id="R23455ef404024121" /><Relationship Type="http://schemas.openxmlformats.org/officeDocument/2006/relationships/slide" Target="/ppt/slides/slide7.xml" Id="Ra31fb39d0a074271" /><Relationship Type="http://schemas.openxmlformats.org/officeDocument/2006/relationships/slide" Target="/ppt/slides/slide8.xml" Id="R5d405728e78147b7" /><Relationship Type="http://schemas.openxmlformats.org/officeDocument/2006/relationships/slide" Target="/ppt/slides/slide9.xml" Id="R791aeb6d379a4cea" /><Relationship Type="http://schemas.openxmlformats.org/officeDocument/2006/relationships/slide" Target="/ppt/slides/slide10.xml" Id="R41763e24c0c94fed" /><Relationship Type="http://schemas.openxmlformats.org/officeDocument/2006/relationships/slide" Target="/ppt/slides/slide11.xml" Id="Rc9e4992cdc2842ee" /><Relationship Type="http://schemas.openxmlformats.org/officeDocument/2006/relationships/slide" Target="/ppt/slides/slide12.xml" Id="R451c0e97be7242aa" /><Relationship Type="http://schemas.openxmlformats.org/officeDocument/2006/relationships/slide" Target="/ppt/slides/slide13.xml" Id="R07b0b3ca7bdc4697" /><Relationship Type="http://schemas.openxmlformats.org/officeDocument/2006/relationships/slide" Target="/ppt/slides/slide14.xml" Id="R6077b8c219634a7b" /><Relationship Type="http://schemas.openxmlformats.org/officeDocument/2006/relationships/slide" Target="/ppt/slides/slide15.xml" Id="R008d4d7086424b3c" /><Relationship Type="http://schemas.openxmlformats.org/officeDocument/2006/relationships/slide" Target="/ppt/slides/slide16.xml" Id="R9aa6031d37b24a45" /><Relationship Type="http://schemas.openxmlformats.org/officeDocument/2006/relationships/slide" Target="/ppt/slides/slide17.xml" Id="Rc7d0c76f04834b14" /><Relationship Type="http://schemas.openxmlformats.org/officeDocument/2006/relationships/slide" Target="/ppt/slides/slide18.xml" Id="Rb672eacd9d6648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c5df70c3bee48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c8387b03344f0b" /><Relationship Type="http://schemas.openxmlformats.org/officeDocument/2006/relationships/notesMaster" Target="/ppt/notesMasters/notesMaster1.xml" Id="Rafe641491c8048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9021e5bc664cbc" /><Relationship Type="http://schemas.openxmlformats.org/officeDocument/2006/relationships/notesMaster" Target="/ppt/notesMasters/notesMaster1.xml" Id="R7c294adced7f49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d7be6ec44f444b" /><Relationship Type="http://schemas.openxmlformats.org/officeDocument/2006/relationships/notesMaster" Target="/ppt/notesMasters/notesMaster1.xml" Id="R46b0fd549d5941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8e79e6b2b5404f" /><Relationship Type="http://schemas.openxmlformats.org/officeDocument/2006/relationships/notesMaster" Target="/ppt/notesMasters/notesMaster1.xml" Id="R5adbd983ed2944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697a9b70dc4fa7" /><Relationship Type="http://schemas.openxmlformats.org/officeDocument/2006/relationships/notesMaster" Target="/ppt/notesMasters/notesMaster1.xml" Id="R64091290ebee48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a190d59c73410f" /><Relationship Type="http://schemas.openxmlformats.org/officeDocument/2006/relationships/notesMaster" Target="/ppt/notesMasters/notesMaster1.xml" Id="Rb2de40918dbb41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1b0e72946d4c3d" /><Relationship Type="http://schemas.openxmlformats.org/officeDocument/2006/relationships/notesMaster" Target="/ppt/notesMasters/notesMaster1.xml" Id="Rafd519b4491d41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e6eb7402904280" /><Relationship Type="http://schemas.openxmlformats.org/officeDocument/2006/relationships/notesMaster" Target="/ppt/notesMasters/notesMaster1.xml" Id="R56a23f668ccb43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f659a752094135" /><Relationship Type="http://schemas.openxmlformats.org/officeDocument/2006/relationships/notesMaster" Target="/ppt/notesMasters/notesMaster1.xml" Id="R74fd7876f42d4b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838ccfc2074af9" /><Relationship Type="http://schemas.openxmlformats.org/officeDocument/2006/relationships/notesMaster" Target="/ppt/notesMasters/notesMaster1.xml" Id="R3a21e9e13ce542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7940ebdf124468" /><Relationship Type="http://schemas.openxmlformats.org/officeDocument/2006/relationships/notesMaster" Target="/ppt/notesMasters/notesMaster1.xml" Id="R5790558ca92e4a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feedc2e51f44f5" /><Relationship Type="http://schemas.openxmlformats.org/officeDocument/2006/relationships/notesMaster" Target="/ppt/notesMasters/notesMaster1.xml" Id="R83f6077907e645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67accca0fc4bd7" /><Relationship Type="http://schemas.openxmlformats.org/officeDocument/2006/relationships/notesMaster" Target="/ppt/notesMasters/notesMaster1.xml" Id="R6ffd11eafafb476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88e4c9ba9249c4" /><Relationship Type="http://schemas.openxmlformats.org/officeDocument/2006/relationships/notesMaster" Target="/ppt/notesMasters/notesMaster1.xml" Id="R4c8d1138027641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aca42265e3c4f3e" /><Relationship Type="http://schemas.openxmlformats.org/officeDocument/2006/relationships/notesMaster" Target="/ppt/notesMasters/notesMaster1.xml" Id="Rd54aec72d0ea470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709ee19ecb4f62" /><Relationship Type="http://schemas.openxmlformats.org/officeDocument/2006/relationships/notesMaster" Target="/ppt/notesMasters/notesMaster1.xml" Id="R70425a4b877640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ff34b8523ef4741" /><Relationship Type="http://schemas.openxmlformats.org/officeDocument/2006/relationships/notesMaster" Target="/ppt/notesMasters/notesMaster1.xml" Id="R41e2e2278fab4c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e6ae739d864d8f" /><Relationship Type="http://schemas.openxmlformats.org/officeDocument/2006/relationships/notesMaster" Target="/ppt/notesMasters/notesMaster1.xml" Id="R057de634b4b34f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README.md; CURRENT_STATE.md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docs/security-model.md; docs/competition-mapping.md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README.md; KNOWN_LIMITATIONS.md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agentteams/trust_contract_v1.json; README.md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agentteams/agent_identities_v2.json; docs/agent-identity-matrix.md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skills/registry.json; docs/skill-integration-matrix.md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agentteams/state_machine_v3.json; agentteams/trust_contract_v1.json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schemas/tool_contract.schema.json; labops/runner_gateway.py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docs/agent-identity-matrix.md;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docs/observability.md; demo/output-agentteams-at004/LABOPS-AT-004-EVAL-DRIFT-evidence-bundle.zip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labops/dashboard.html; labops/web.py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docs/LABOPS-AT-004-DEMO.md; demo/output-agentteams-at004/evidence.json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docs/LABOPS-AT-004-DEMO.md;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docs/security-model.md; demo/output-agentteams-at002/rollback_result.json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docs/trust-evaluation-report-v1.0.md; evaluation/results/trust-evaluation-suite-v1.json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LICENSE; docs/compliance/runner-license-review.md; docs/compliance/runner-sbom.json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KNOWN_LIMITATIONS.md; docs/competition-mapping.md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README.md; docs/trust-evaluation-report-v1.0.md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0fb56521504e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57ddb1c6f2a411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546002973548e2" /><Relationship Type="http://schemas.openxmlformats.org/officeDocument/2006/relationships/slideLayout" Target="/ppt/slideLayouts/slideLayout1.xml" Id="Rb53dc6eeea1d4cb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4c186f3ac3204ac4" /><Relationship Type="http://schemas.openxmlformats.org/officeDocument/2006/relationships/slideLayout" Target="/ppt/slideLayouts/slideLayout2.xml" Id="Rf59871814ab74c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3dc6eeea1d4cb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f59871814ab74ca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d1c9070574d1a" /><Relationship Type="http://schemas.openxmlformats.org/officeDocument/2006/relationships/notesSlide" Target="/ppt/notesSlides/notesSlide1.xml" Id="Rffe98262967f4c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fa108e2ae46f5" /><Relationship Type="http://schemas.openxmlformats.org/officeDocument/2006/relationships/notesSlide" Target="/ppt/notesSlides/notesSlide2.xml" Id="Rfd3003b6465e4d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2813b0fa64e50" /><Relationship Type="http://schemas.openxmlformats.org/officeDocument/2006/relationships/notesSlide" Target="/ppt/notesSlides/notesSlide3.xml" Id="R1f8be13fbc4f4e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a1d277c5a4c0a" /><Relationship Type="http://schemas.openxmlformats.org/officeDocument/2006/relationships/notesSlide" Target="/ppt/notesSlides/notesSlide4.xml" Id="R4ccc526feb7c43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d38d7205b48f2" /><Relationship Type="http://schemas.openxmlformats.org/officeDocument/2006/relationships/notesSlide" Target="/ppt/notesSlides/notesSlide5.xml" Id="Reaa343230b7048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891d260044979" /><Relationship Type="http://schemas.openxmlformats.org/officeDocument/2006/relationships/notesSlide" Target="/ppt/notesSlides/notesSlide6.xml" Id="Rce1ad6ed089d41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7b0648e904609" /><Relationship Type="http://schemas.openxmlformats.org/officeDocument/2006/relationships/notesSlide" Target="/ppt/notesSlides/notesSlide7.xml" Id="R3f3c0820f63348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43f81a0b9476c" /><Relationship Type="http://schemas.openxmlformats.org/officeDocument/2006/relationships/notesSlide" Target="/ppt/notesSlides/notesSlide8.xml" Id="R5623c3ac0d234a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7a6a27c51476e" /><Relationship Type="http://schemas.openxmlformats.org/officeDocument/2006/relationships/notesSlide" Target="/ppt/notesSlides/notesSlide9.xml" Id="Ree2c3833f8a345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336460c90745b4" /><Relationship Type="http://schemas.openxmlformats.org/officeDocument/2006/relationships/notesSlide" Target="/ppt/notesSlides/notesSlide10.xml" Id="R45f35767998049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69596744b460d" /><Relationship Type="http://schemas.openxmlformats.org/officeDocument/2006/relationships/notesSlide" Target="/ppt/notesSlides/notesSlide11.xml" Id="Rcb701ba9ef9a475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f1603023d44976" /><Relationship Type="http://schemas.openxmlformats.org/officeDocument/2006/relationships/image" Target="/ppt/media/image.png" Id="Rb3192c6609984496" /><Relationship Type="http://schemas.openxmlformats.org/officeDocument/2006/relationships/notesSlide" Target="/ppt/notesSlides/notesSlide12.xml" Id="R680622607e544d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cbc6d1a174c2c" /><Relationship Type="http://schemas.openxmlformats.org/officeDocument/2006/relationships/image" Target="/ppt/media/image.png" Id="R5f314e0e9cba4ca6" /><Relationship Type="http://schemas.openxmlformats.org/officeDocument/2006/relationships/notesSlide" Target="/ppt/notesSlides/notesSlide13.xml" Id="R04966ca1955149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53184af064836" /><Relationship Type="http://schemas.openxmlformats.org/officeDocument/2006/relationships/notesSlide" Target="/ppt/notesSlides/notesSlide14.xml" Id="R9eac87d459ea4d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c0a1f2a484cc9" /><Relationship Type="http://schemas.openxmlformats.org/officeDocument/2006/relationships/notesSlide" Target="/ppt/notesSlides/notesSlide15.xml" Id="R76e26aa83e5046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affdabf474b80" /><Relationship Type="http://schemas.openxmlformats.org/officeDocument/2006/relationships/image" Target="/ppt/media/image2.png" Id="R47c1346aa6a14d28" /><Relationship Type="http://schemas.openxmlformats.org/officeDocument/2006/relationships/image" Target="/ppt/media/image3.png" Id="R273781f896ad4e73" /><Relationship Type="http://schemas.openxmlformats.org/officeDocument/2006/relationships/notesSlide" Target="/ppt/notesSlides/notesSlide16.xml" Id="R900daf0687d5444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afeb56d7e4208" /><Relationship Type="http://schemas.openxmlformats.org/officeDocument/2006/relationships/notesSlide" Target="/ppt/notesSlides/notesSlide17.xml" Id="Rf125e68d5a024f0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f981e5d4ac4132" /><Relationship Type="http://schemas.openxmlformats.org/officeDocument/2006/relationships/image" Target="/ppt/media/image4.png" Id="R8fc44e573b014023" /><Relationship Type="http://schemas.openxmlformats.org/officeDocument/2006/relationships/notesSlide" Target="/ppt/notesSlides/notesSlide18.xml" Id="Refdcaebb74014f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519CCF-7FDE-441F-9154-9A613CEC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 2026 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063C60-2A9A-4F4D-AAB4-E7474A4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LabOps Guard</a:t>
            </a:r>
            <a:endParaRPr sz="4600"/>
          </a:p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 Agent 执行与治理基座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CCC9D5-5F82-416A-B422-40CECB2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　　　　　　　　AgentTeams · 复赛方案 · v1.0-rc1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D7630DE-4C8F-4706-AF33-3313C894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Trust Infrastructure for Production Agent Systems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hape 0 contained">
            <a:extLst xmlns:a="http://schemas.openxmlformats.org/drawingml/2006/main">
              <a:ext uri="{FF2B5EF4-FFF2-40B4-BE49-F238E27FC236}">
                <a16:creationId xmlns:a16="http://schemas.microsoft.com/office/drawing/2014/main" id="{5E02FF2A-C001-49B7-9AF6-E47DE8E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1" name="Shape 1 contained">
            <a:extLst xmlns:a="http://schemas.openxmlformats.org/drawingml/2006/main">
              <a:ext uri="{FF2B5EF4-FFF2-40B4-BE49-F238E27FC236}">
                <a16:creationId xmlns:a16="http://schemas.microsoft.com/office/drawing/2014/main" id="{5A320F3E-529E-4E77-AB04-7C83F75C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530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2" name="Shape 2 contained">
            <a:extLst xmlns:a="http://schemas.openxmlformats.org/drawingml/2006/main">
              <a:ext uri="{FF2B5EF4-FFF2-40B4-BE49-F238E27FC236}">
                <a16:creationId xmlns:a16="http://schemas.microsoft.com/office/drawing/2014/main" id="{4F7E25E2-5EF3-4635-8839-0F4391D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768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9532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复赛 · 信任问题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Agent 获得执行权后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身份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谁在行动？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权限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它获准做什么？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Policy + Approval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执行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真实改了什么？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Secure Runner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证据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结果能否复核？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审计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谁能判定成功？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Independent Auditor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失败能否阻断？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BLOCKED / ROLLED_BACK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01 · 项目目标与范围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行动变成可验证工程事件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LabOps Guard 约束 AI 工程执行，不承诺通用 Agent OS。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当前目标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可信执行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身份、审批、Runner 与证据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由 Auditor 独立裁决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明确边界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不含多租户调度、GPU、生产身份、MCP Server 或 RAG。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适用：模型研发 · 评测平台 · AI Infra · 算法治理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664099-3C14-48C2-A659-F4A6E38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02 · Agent Trust Layer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A04622-409E-4F5D-854E-61D25BEA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五段证据链约束每一次 Agent 工程行动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64869E-4254-4AAA-9D05-EA73B50D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17B3F63D-7ECD-41D2-910E-53FFB2DE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Control Plane 保持逻辑架构；Dashboard 只读，不拆新服务。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5E18CD-BD3A-4969-B817-65267EE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B8825C-EBD4-4FAD-9618-6AAF680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ecision-plane">
            <a:extLst xmlns:a="http://schemas.openxmlformats.org/drawingml/2006/main">
              <a:ext uri="{FF2B5EF4-FFF2-40B4-BE49-F238E27FC236}">
                <a16:creationId xmlns:a16="http://schemas.microsoft.com/office/drawing/2014/main" id="{601E6B86-CD2B-4F4F-BCC3-6BC4E29A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编排层 · AgentTeams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</a:t>
            </a:r>
          </a:p>
        </p:txBody>
      </p:sp>
      <p:sp>
        <p:nvSpPr>
          <p:cNvPr id="42" name="approval-gate">
            <a:extLst xmlns:a="http://schemas.openxmlformats.org/drawingml/2006/main">
              <a:ext uri="{FF2B5EF4-FFF2-40B4-BE49-F238E27FC236}">
                <a16:creationId xmlns:a16="http://schemas.microsoft.com/office/drawing/2014/main" id="{43C0206A-BDF8-4E5C-84B1-608E03B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信任层 · Contract + Policy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 · Skill · Approval</a:t>
            </a:r>
          </a:p>
        </p:txBody>
      </p:sp>
      <p:sp>
        <p:nvSpPr>
          <p:cNvPr id="43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F5304905-7151-4125-8A27-7B949752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667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执行层 · Secure Runner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Tool Contract · allowlist · sandbox</a:t>
            </a:r>
          </a:p>
        </p:txBody>
      </p:sp>
      <p:sp>
        <p:nvSpPr>
          <p:cNvPr id="44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829BE3FC-63FB-4E83-A4C9-1FF119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Identity     Policy     Execution     Evidence     Audit</a:t>
            </a:r>
          </a:p>
        </p:txBody>
      </p:sp>
      <p:sp>
        <p:nvSpPr>
          <p:cNvPr id="45" name="closure-rule">
            <a:extLst xmlns:a="http://schemas.openxmlformats.org/drawingml/2006/main">
              <a:ext uri="{FF2B5EF4-FFF2-40B4-BE49-F238E27FC236}">
                <a16:creationId xmlns:a16="http://schemas.microsoft.com/office/drawing/2014/main" id="{2ACC1F24-1BA6-4B5C-9440-24D5C8B5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149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Auditor 独占终态；每个域显示证据来源与限制，不生成综合评分。</a:t>
            </a:r>
          </a:p>
        </p:txBody>
      </p:sp>
    </p:spTree>
    <p:extLst>
      <p:ext uri="{BB962C8B-B14F-4D97-AF65-F5344CB8AC3E}">
        <p14:creationId xmlns:p14="http://schemas.microsoft.com/office/powerpoint/2010/main" val="11136805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六 Agent 职责隔离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每个角色只拥有完成本职工作所需的权限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六个 Identity 共享状态与证据，但 Safe Executor 不能自证成功。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01 Commander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 · 发布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02 Collector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白名单采证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03 RCA Analyst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证据约束假设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04 Planner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单变量计划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05 Executor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批准后执行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06 Auditor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独立裁决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Commander → Collector → Analyst → Planner → Executor → Auditor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人工审批不计作 Agent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审批事件单独留痕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批准必须早于执行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Auditor 可裁决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54F6F5-E940-4EAB-968D-6CAD50E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Identity 与 Skill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9E4242-38E1-42A7-81AE-68162110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Identity 与 Skill Registry 统一校验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DB276A-F532-4505-B423-D2A6ECB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8BA9B5-1EAE-4156-901D-BA9E715A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v1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903EFBA-1EC9-4771-86E2-92145823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Registry 提供发现与校验，不接管现有 Skill 执行。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6F765-235A-479C-84D3-B8BD532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03C272-126D-44D8-BF39-3DC16FB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0CDF9-76F5-4AAE-B45F-41431BD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DE07BD-0B55-48FD-B2E5-C11C74D8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skill-0">
            <a:extLst xmlns:a="http://schemas.openxmlformats.org/drawingml/2006/main">
              <a:ext uri="{FF2B5EF4-FFF2-40B4-BE49-F238E27FC236}">
                <a16:creationId xmlns:a16="http://schemas.microsoft.com/office/drawing/2014/main" id="{C964DBD8-C07C-4BB2-BB87-DB6E54B3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roles</a:t>
            </a:r>
          </a:p>
        </p:txBody>
      </p:sp>
      <p:sp>
        <p:nvSpPr>
          <p:cNvPr id="44" name="skill-1">
            <a:extLst xmlns:a="http://schemas.openxmlformats.org/drawingml/2006/main">
              <a:ext uri="{FF2B5EF4-FFF2-40B4-BE49-F238E27FC236}">
                <a16:creationId xmlns:a16="http://schemas.microsoft.com/office/drawing/2014/main" id="{359D708B-8CAF-46BF-8CEF-7E5226CB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Owner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binding</a:t>
            </a:r>
          </a:p>
        </p:txBody>
      </p:sp>
      <p:sp>
        <p:nvSpPr>
          <p:cNvPr id="45" name="skill-2">
            <a:extLst xmlns:a="http://schemas.openxmlformats.org/drawingml/2006/main">
              <a:ext uri="{FF2B5EF4-FFF2-40B4-BE49-F238E27FC236}">
                <a16:creationId xmlns:a16="http://schemas.microsoft.com/office/drawing/2014/main" id="{EF23F681-CF83-4B32-9AB9-6D4E742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I/O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Schema</a:t>
            </a:r>
          </a:p>
        </p:txBody>
      </p:sp>
      <p:sp>
        <p:nvSpPr>
          <p:cNvPr id="46" name="skill-3">
            <a:extLst xmlns:a="http://schemas.openxmlformats.org/drawingml/2006/main">
              <a:ext uri="{FF2B5EF4-FFF2-40B4-BE49-F238E27FC236}">
                <a16:creationId xmlns:a16="http://schemas.microsoft.com/office/drawing/2014/main" id="{080F0E7F-5048-4EDE-8656-E864012B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class</a:t>
            </a:r>
          </a:p>
        </p:txBody>
      </p:sp>
      <p:sp>
        <p:nvSpPr>
          <p:cNvPr id="47" name="skill-4">
            <a:extLst xmlns:a="http://schemas.openxmlformats.org/drawingml/2006/main">
              <a:ext uri="{FF2B5EF4-FFF2-40B4-BE49-F238E27FC236}">
                <a16:creationId xmlns:a16="http://schemas.microsoft.com/office/drawing/2014/main" id="{E1FE28AF-57C2-4864-933C-4D7A98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events</a:t>
            </a:r>
          </a:p>
        </p:txBody>
      </p:sp>
      <p:sp>
        <p:nvSpPr>
          <p:cNvPr id="48" name="schema-rail">
            <a:extLst xmlns:a="http://schemas.openxmlformats.org/drawingml/2006/main">
              <a:ext uri="{FF2B5EF4-FFF2-40B4-BE49-F238E27FC236}">
                <a16:creationId xmlns:a16="http://schemas.microsoft.com/office/drawing/2014/main" id="{81CA4F4B-2A94-47EB-9B10-C42FB2B7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skill_id · version · owner_agents · tool_dependencies · failure_states</a:t>
            </a:r>
          </a:p>
        </p:txBody>
      </p:sp>
      <p:sp>
        <p:nvSpPr>
          <p:cNvPr id="49" name="pack-memory">
            <a:extLst xmlns:a="http://schemas.openxmlformats.org/drawingml/2006/main">
              <a:ext uri="{FF2B5EF4-FFF2-40B4-BE49-F238E27FC236}">
                <a16:creationId xmlns:a16="http://schemas.microsoft.com/office/drawing/2014/main" id="{2D348C02-BC1F-411E-8E61-87B67E56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10125"/>
            <a:ext cx="6096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未授权 Agent 或 Registry 损坏时 fail closed；不新增 Agent/Skill。</a:t>
            </a:r>
          </a:p>
        </p:txBody>
      </p:sp>
    </p:spTree>
    <p:extLst>
      <p:ext uri="{BB962C8B-B14F-4D97-AF65-F5344CB8AC3E}">
        <p14:creationId xmlns:p14="http://schemas.microsoft.com/office/powerpoint/2010/main" val="872401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Trust State Machine v1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审批必须先于执行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只有结构化产物可迁移状态；自然语言和 Dashboard 回放不是执行证据。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READY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CHECKING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EXECUTING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VERIFYING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Trust State Machine v1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拒绝 / 缺审批 / 晚审批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BLOCKED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Auditor 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Tool Contract 与 Runner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计划与执行职责隔离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Executor 提交结构化 Tool Contract；Gateway 校验后启动一次性断网 CPU 容器。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职责隔离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807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Safe 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plan + approval  →  Gateway allowlist  →  ephemeral container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tool_id · caller_agent_id · skill_id · run_id · idempotency_key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Gateway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固定 task / incident / image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command + path allowlist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project / run 只读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output 与 tmp 可写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运行边界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CPU · non-root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审计输出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metrics / stdout / stderr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/ run_result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无凭据 · 无在线安装 · 不修改原始工作区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Independent Auditor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Executor 的成功声明不能关闭事故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Auditor 从原始产物独立重算后置条件、保护哈希、审批时序与 Trace。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职责分离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produces artifacts                 decides terminal state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verification-auditor 可以产生终态裁决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 / raw outputs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hashes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/ manifest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 timing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PASS / BLOCKED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编辑产物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复用 claimed score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90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Independent Auditor 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Trace 与 Evidence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Trace 与 Evidence Bundle 形成可复核链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Matrix 记录事件顺序，Runner 与 MinIO 保存原始产物；Bundle 由 allowlist 封装。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权威载体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Trace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Bundle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hash-chained events                 immutable artifacts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Trace · Log · Metrics · Artifact · Approval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完整性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SHA-256 member set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+ sizes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allowlisted paths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共享状态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Matrix + MinIO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case memory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只读投影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Dashboard 重算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不改变状态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证据缺失或哈希不符 →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06 · Trust Dashboard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五段证据链，只读展示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6 roles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身份与权限边界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Policy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Approval timing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禁止动作不可降级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Execution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Sandbox Runner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CPU · non-root · network=none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Evidence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状态、检查与证据引用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Audit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Auditor verdict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独立终态裁决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Safety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Read-only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无执行 · 无修改 · 无审批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AT-004 事故与证据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指标回退后，先固定事实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固定 checkpoint、验证集、metric、模型和协议，三次结果均为 71.875%。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三次稳定回退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71.875%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 条事实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evidence items with hashes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候选假设前先排除随机波动与受保护资产变化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固定对象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checkpoint / data / metric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model / protocol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唯一近期变化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preprocessing profile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train_augmented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组保护哈希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RCA 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 evidence items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with SHA-256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Evidence first → RCA ranks preprocessing drift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92c6609984496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AT-004 合法修复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单变量沙箱修复通过独立验证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固定对象、人工审批、断网 Runner 与独立复算共同构成完成证明。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三次独立复算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97.81%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candidate ×3 · spread 0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精确值：71.875% × 3 → 97.8124976% × 3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审批与能力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 &lt; run start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host 8/8 · runner 10/10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保护边界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组文件哈希不变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only 1 sandbox field changed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0.2.0 · CPU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non-root · 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独立审计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27 ZIP entries · 7 Trace entries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 / ACCEPTED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Verification Auditor：PASS / RESOLVED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14e0e9cba4ca6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危险分支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metric.py 越权修改被拒绝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策略与哈希检查识别受保护评测逻辑变化；结果不被接受。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治理结果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VIOLATION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ROLLED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BACK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protected metric.py              original hash restored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恢复后 metric.py SHA-256 与原始值一致；终态仍不得 RESOLVED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resource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execution denied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未接受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越权计划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workspace unchanged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independent verdict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rollback verified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POLICY_VIOLATION / ROLLED_BACK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08 · Trust Evaluation Suite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个治理案例检验四项信任控制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输入与 Oracle 分离；执行侧不读取期望终态。该 Suite 不衡量通用 Agent 推理。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Suite v1.0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100%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0%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policy / evidence / audit          false resolution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 cases · 2 legal · 8 fail-closed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 violation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(2/2)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blocked before run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complete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(10/10)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classification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False resolution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0% (0/8)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non-resolved cases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Independent audit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(10/10)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accuracy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治理规则 PASS · 不生成综合 Trust Score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9515D8-879F-4E3D-A7C5-89CC0F9B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09 · 开源与工程规范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B408BC-1BE4-4547-9ACB-C98C08C5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源码可提交，Runner 镜像继续受许可证门禁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1288F90-79BA-4C9C-A15F-75B54B4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Apache-2.0、CI、SBOM、NOTICE 与证据校验分层公开。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open-now-label">
            <a:extLst xmlns:a="http://schemas.openxmlformats.org/drawingml/2006/main">
              <a:ext uri="{FF2B5EF4-FFF2-40B4-BE49-F238E27FC236}">
                <a16:creationId xmlns:a16="http://schemas.microsoft.com/office/drawing/2014/main" id="{BDB948B9-8336-4FC8-9D51-86FE7CB5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40" name="open-now">
            <a:extLst xmlns:a="http://schemas.openxmlformats.org/drawingml/2006/main">
              <a:ext uri="{FF2B5EF4-FFF2-40B4-BE49-F238E27FC236}">
                <a16:creationId xmlns:a16="http://schemas.microsoft.com/office/drawing/2014/main" id="{821AA509-153A-4A62-906B-4DC81166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Source / 7 Skills / Schema / 3 Evidence Bundles / CI / Public Demo</a:t>
            </a:r>
          </a:p>
        </p:txBody>
      </p:sp>
      <p:sp>
        <p:nvSpPr>
          <p:cNvPr id="41" name="gates-label">
            <a:extLst xmlns:a="http://schemas.openxmlformats.org/drawingml/2006/main">
              <a:ext uri="{FF2B5EF4-FFF2-40B4-BE49-F238E27FC236}">
                <a16:creationId xmlns:a16="http://schemas.microsoft.com/office/drawing/2014/main" id="{8DFA1DC7-615F-4BC2-BE4F-9A08E4FF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入口</a:t>
            </a:r>
          </a:p>
        </p:txBody>
      </p:sp>
      <p:sp>
        <p:nvSpPr>
          <p:cNvPr id="42" name="gates">
            <a:extLst xmlns:a="http://schemas.openxmlformats.org/drawingml/2006/main">
              <a:ext uri="{FF2B5EF4-FFF2-40B4-BE49-F238E27FC236}">
                <a16:creationId xmlns:a16="http://schemas.microsoft.com/office/drawing/2014/main" id="{6A6CA3CA-B9F6-4F80-95F9-5E3D70B6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jakiic.github.io/LabOps-Guard/     github.com/JAKIIC/LabOps-Guard</a:t>
            </a:r>
          </a:p>
        </p:txBody>
      </p:sp>
      <p:sp>
        <p:nvSpPr>
          <p:cNvPr id="43" name="future-label">
            <a:extLst xmlns:a="http://schemas.openxmlformats.org/drawingml/2006/main">
              <a:ext uri="{FF2B5EF4-FFF2-40B4-BE49-F238E27FC236}">
                <a16:creationId xmlns:a16="http://schemas.microsoft.com/office/drawing/2014/main" id="{C8D6E492-D9C1-40EC-A4E1-A6CC830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发布门禁</a:t>
            </a:r>
          </a:p>
        </p:txBody>
      </p:sp>
      <p:sp>
        <p:nvSpPr>
          <p:cNvPr id="44" name="future">
            <a:extLst xmlns:a="http://schemas.openxmlformats.org/drawingml/2006/main">
              <a:ext uri="{FF2B5EF4-FFF2-40B4-BE49-F238E27FC236}">
                <a16:creationId xmlns:a16="http://schemas.microsoft.com/office/drawing/2014/main" id="{20FCB83D-14F9-48CB-BBC4-802B587A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12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基础镜像条款 / Debian 源码义务 / NOTICE / final digest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未关闭前：不发镜像、不建 Tag / Release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1346aa6a14d28"/>
          <a:stretch xmlns:a="http://schemas.openxmlformats.org/drawingml/2006/main"/>
        </p:blipFill>
        <p:spPr>
          <a:xfrm xmlns:a="http://schemas.openxmlformats.org/drawingml/2006/main">
            <a:off x="9858375" y="790575"/>
            <a:ext cx="781050" cy="781050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781f896ad4e73"/>
          <a:stretch xmlns:a="http://schemas.openxmlformats.org/drawingml/2006/main"/>
        </p:blipFill>
        <p:spPr>
          <a:xfrm xmlns:a="http://schemas.openxmlformats.org/drawingml/2006/main">
            <a:off x="10858500" y="790575"/>
            <a:ext cx="781050" cy="781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7717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10 · 当前限制与路线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当前是可信单机 Runtime，生产化边界清晰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优先守住已验证闭环，不堆叠与复赛无关的平台能力。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当前能力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策略身份、固定 allowlist、断网 Runner、Evidence-centric Observability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生产路线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身份 + 调度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OIDC / mTLS、队列、持久幂等、多租户与集中观测需独立实现。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不声称：MCP Server · OTel 后端 · RAG · GPU 调度 · 通用 Agent OS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56F462-837E-4A2C-9B8B-B5CBAB5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11 · 总结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68E1CC-0218-401F-A6F8-E444CC12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让 Agent 的工程行动有资格被系统承认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F16AA40-8CA5-44FE-9A71-704B4B0C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F3F9DC-D0B4-4BCB-AE9B-4A391535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Trust Contract v1 · Trust State Machine v1 · v1.0-rc1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CC9CC-2520-4ACD-8CD2-5632A5BB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9AE421-A5B3-4361-825E-62EF8DA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one-phase">
            <a:extLst xmlns:a="http://schemas.openxmlformats.org/drawingml/2006/main">
              <a:ext uri="{FF2B5EF4-FFF2-40B4-BE49-F238E27FC236}">
                <a16:creationId xmlns:a16="http://schemas.microsoft.com/office/drawing/2014/main" id="{F8150252-F88C-4A06-A96B-BCD1D2BB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30003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已验证闭环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Agents · 7 Skills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Secure Runner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</p:txBody>
      </p:sp>
      <p:sp>
        <p:nvSpPr>
          <p:cNvPr id="42" name="gate-phase">
            <a:extLst xmlns:a="http://schemas.openxmlformats.org/drawingml/2006/main">
              <a:ext uri="{FF2B5EF4-FFF2-40B4-BE49-F238E27FC236}">
                <a16:creationId xmlns:a16="http://schemas.microsoft.com/office/drawing/2014/main" id="{FF33ECCB-8BEB-404F-B2FC-E457804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238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治理结果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AT-004 PASS / RESOLVED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篡改 ROLLED_BACK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错误关闭率 0%</a:t>
            </a:r>
          </a:p>
        </p:txBody>
      </p:sp>
      <p:sp>
        <p:nvSpPr>
          <p:cNvPr id="43" name="next-phase">
            <a:extLst xmlns:a="http://schemas.openxmlformats.org/drawingml/2006/main">
              <a:ext uri="{FF2B5EF4-FFF2-40B4-BE49-F238E27FC236}">
                <a16:creationId xmlns:a16="http://schemas.microsoft.com/office/drawing/2014/main" id="{03DC9AE0-E3CA-48E4-8CA3-B912E340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309562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清晰边界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Read-only Dashboard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source-only candidate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 Tag / Release</a:t>
            </a:r>
          </a:p>
        </p:txBody>
      </p:sp>
      <p:sp>
        <p:nvSpPr>
          <p:cNvPr id="44" name="risk-rule">
            <a:extLst xmlns:a="http://schemas.openxmlformats.org/drawingml/2006/main">
              <a:ext uri="{FF2B5EF4-FFF2-40B4-BE49-F238E27FC236}">
                <a16:creationId xmlns:a16="http://schemas.microsoft.com/office/drawing/2014/main" id="{2F64D684-0D9F-4ECC-9A59-03A3548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8637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GitHub: github.com/JAKIIC/LabOps-Guard</a:t>
            </a:r>
            <a:br/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Demo: jakiic.github.io/LabOps-Guard/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44e573b014023"/>
          <a:stretch xmlns:a="http://schemas.openxmlformats.org/drawingml/2006/main"/>
        </p:blipFill>
        <p:spPr>
          <a:xfrm xmlns:a="http://schemas.openxmlformats.org/drawingml/2006/main">
            <a:off x="10477500" y="714375"/>
            <a:ext cx="1000125" cy="1000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553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2026-08-25T15:06:11.5970000Z</dcterms:created>
  <dcterms:modified xsi:type="dcterms:W3CDTF">2026-08-25T15:06:11.5970000Z</dcterms:modified>
</coreProperties>
</file>