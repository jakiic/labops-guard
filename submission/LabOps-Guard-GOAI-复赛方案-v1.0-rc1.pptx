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b81d16481d4b43" /><Relationship Type="http://schemas.openxmlformats.org/officeDocument/2006/relationships/extended-properties" Target="/docProps/app.xml" Id="R243032f12cd6419f" /><Relationship Type="http://schemas.openxmlformats.org/officeDocument/2006/relationships/officeDocument" Target="/ppt/presentation.xml" Id="Re268fc715ef047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4fbbd78c80469b"/>
    <p:sldMasterId xmlns:r="http://schemas.openxmlformats.org/officeDocument/2006/relationships" id="2147483650" r:id="R70b028422ce049dd"/>
  </p:sldMasterIdLst>
  <p:notesMasterIdLst>
    <p:notesMasterId xmlns:r="http://schemas.openxmlformats.org/officeDocument/2006/relationships" r:id="Rf14a0821b0ac48c0"/>
  </p:notesMasterIdLst>
  <p:sldIdLst>
    <p:sldId xmlns:r="http://schemas.openxmlformats.org/officeDocument/2006/relationships" id="256" r:id="R15cd43eec3414085"/>
    <p:sldId xmlns:r="http://schemas.openxmlformats.org/officeDocument/2006/relationships" id="257" r:id="R494033fcc2ff47a6"/>
    <p:sldId xmlns:r="http://schemas.openxmlformats.org/officeDocument/2006/relationships" id="258" r:id="R7aa64cf1e5e94215"/>
    <p:sldId xmlns:r="http://schemas.openxmlformats.org/officeDocument/2006/relationships" id="259" r:id="R1fbeb763a7154106"/>
    <p:sldId xmlns:r="http://schemas.openxmlformats.org/officeDocument/2006/relationships" id="260" r:id="Rc7df1c0efd1f4dc3"/>
    <p:sldId xmlns:r="http://schemas.openxmlformats.org/officeDocument/2006/relationships" id="261" r:id="Re9af0b94472b417b"/>
    <p:sldId xmlns:r="http://schemas.openxmlformats.org/officeDocument/2006/relationships" id="262" r:id="R438629570ca54ae5"/>
    <p:sldId xmlns:r="http://schemas.openxmlformats.org/officeDocument/2006/relationships" id="263" r:id="R5d39490a3b3b4fd2"/>
    <p:sldId xmlns:r="http://schemas.openxmlformats.org/officeDocument/2006/relationships" id="264" r:id="R8cf94c7ef3174a67"/>
    <p:sldId xmlns:r="http://schemas.openxmlformats.org/officeDocument/2006/relationships" id="265" r:id="Rff525c14aede40c3"/>
    <p:sldId xmlns:r="http://schemas.openxmlformats.org/officeDocument/2006/relationships" id="266" r:id="Re7451563f02445b9"/>
    <p:sldId xmlns:r="http://schemas.openxmlformats.org/officeDocument/2006/relationships" id="267" r:id="R3aaf4ef7e1bf4e9c"/>
    <p:sldId xmlns:r="http://schemas.openxmlformats.org/officeDocument/2006/relationships" id="268" r:id="Rcccedb4ad6c54214"/>
    <p:sldId xmlns:r="http://schemas.openxmlformats.org/officeDocument/2006/relationships" id="269" r:id="Rde76f990d03c44c1"/>
    <p:sldId xmlns:r="http://schemas.openxmlformats.org/officeDocument/2006/relationships" id="270" r:id="R03779b94db57450b"/>
    <p:sldId xmlns:r="http://schemas.openxmlformats.org/officeDocument/2006/relationships" id="271" r:id="Ra9d7112e22a2411e"/>
    <p:sldId xmlns:r="http://schemas.openxmlformats.org/officeDocument/2006/relationships" id="272" r:id="R855ef800246b482e"/>
    <p:sldId xmlns:r="http://schemas.openxmlformats.org/officeDocument/2006/relationships" id="273" r:id="Rcd00fd1ab7014f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e1a96a74304a55" /><Relationship Type="http://schemas.openxmlformats.org/officeDocument/2006/relationships/slideMaster" Target="/ppt/slideMasters/slideMaster1.xml" Id="R984fbbd78c80469b" /><Relationship Type="http://schemas.openxmlformats.org/officeDocument/2006/relationships/slideMaster" Target="/ppt/slideMasters/slideMaster2.xml" Id="R70b028422ce049dd" /><Relationship Type="http://schemas.openxmlformats.org/officeDocument/2006/relationships/notesMaster" Target="/ppt/notesMasters/notesMaster1.xml" Id="Rf14a0821b0ac48c0" /><Relationship Type="http://schemas.openxmlformats.org/officeDocument/2006/relationships/presProps" Target="/ppt/presProps.xml" Id="Rccde6c78b5a44ba0" /><Relationship Type="http://schemas.openxmlformats.org/officeDocument/2006/relationships/viewProps" Target="/ppt/viewProps.xml" Id="R6cab54fd74334df5" /><Relationship Type="http://schemas.openxmlformats.org/officeDocument/2006/relationships/tableStyles" Target="/ppt/tableStyles.xml" Id="R5ef6db6ca31e494e" /><Relationship Type="http://schemas.openxmlformats.org/officeDocument/2006/relationships/slide" Target="/ppt/slides/slide1.xml" Id="R15cd43eec3414085" /><Relationship Type="http://schemas.openxmlformats.org/officeDocument/2006/relationships/slide" Target="/ppt/slides/slide2.xml" Id="R494033fcc2ff47a6" /><Relationship Type="http://schemas.openxmlformats.org/officeDocument/2006/relationships/slide" Target="/ppt/slides/slide3.xml" Id="R7aa64cf1e5e94215" /><Relationship Type="http://schemas.openxmlformats.org/officeDocument/2006/relationships/slide" Target="/ppt/slides/slide4.xml" Id="R1fbeb763a7154106" /><Relationship Type="http://schemas.openxmlformats.org/officeDocument/2006/relationships/slide" Target="/ppt/slides/slide5.xml" Id="Rc7df1c0efd1f4dc3" /><Relationship Type="http://schemas.openxmlformats.org/officeDocument/2006/relationships/slide" Target="/ppt/slides/slide6.xml" Id="Re9af0b94472b417b" /><Relationship Type="http://schemas.openxmlformats.org/officeDocument/2006/relationships/slide" Target="/ppt/slides/slide7.xml" Id="R438629570ca54ae5" /><Relationship Type="http://schemas.openxmlformats.org/officeDocument/2006/relationships/slide" Target="/ppt/slides/slide8.xml" Id="R5d39490a3b3b4fd2" /><Relationship Type="http://schemas.openxmlformats.org/officeDocument/2006/relationships/slide" Target="/ppt/slides/slide9.xml" Id="R8cf94c7ef3174a67" /><Relationship Type="http://schemas.openxmlformats.org/officeDocument/2006/relationships/slide" Target="/ppt/slides/slide10.xml" Id="Rff525c14aede40c3" /><Relationship Type="http://schemas.openxmlformats.org/officeDocument/2006/relationships/slide" Target="/ppt/slides/slide11.xml" Id="Re7451563f02445b9" /><Relationship Type="http://schemas.openxmlformats.org/officeDocument/2006/relationships/slide" Target="/ppt/slides/slide12.xml" Id="R3aaf4ef7e1bf4e9c" /><Relationship Type="http://schemas.openxmlformats.org/officeDocument/2006/relationships/slide" Target="/ppt/slides/slide13.xml" Id="Rcccedb4ad6c54214" /><Relationship Type="http://schemas.openxmlformats.org/officeDocument/2006/relationships/slide" Target="/ppt/slides/slide14.xml" Id="Rde76f990d03c44c1" /><Relationship Type="http://schemas.openxmlformats.org/officeDocument/2006/relationships/slide" Target="/ppt/slides/slide15.xml" Id="R03779b94db57450b" /><Relationship Type="http://schemas.openxmlformats.org/officeDocument/2006/relationships/slide" Target="/ppt/slides/slide16.xml" Id="Ra9d7112e22a2411e" /><Relationship Type="http://schemas.openxmlformats.org/officeDocument/2006/relationships/slide" Target="/ppt/slides/slide17.xml" Id="R855ef800246b482e" /><Relationship Type="http://schemas.openxmlformats.org/officeDocument/2006/relationships/slide" Target="/ppt/slides/slide18.xml" Id="Rcd00fd1ab7014f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e509c4e305747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24b9bb7ec44cce" /><Relationship Type="http://schemas.openxmlformats.org/officeDocument/2006/relationships/notesMaster" Target="/ppt/notesMasters/notesMaster1.xml" Id="Ra6811d1ab4344e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99c86406834134" /><Relationship Type="http://schemas.openxmlformats.org/officeDocument/2006/relationships/notesMaster" Target="/ppt/notesMasters/notesMaster1.xml" Id="R92031c91104841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ee4e792d49480e" /><Relationship Type="http://schemas.openxmlformats.org/officeDocument/2006/relationships/notesMaster" Target="/ppt/notesMasters/notesMaster1.xml" Id="R225cac3a2a0c49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9abeebbe674c64" /><Relationship Type="http://schemas.openxmlformats.org/officeDocument/2006/relationships/notesMaster" Target="/ppt/notesMasters/notesMaster1.xml" Id="R53a9ede6e81e42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9410b88d254514" /><Relationship Type="http://schemas.openxmlformats.org/officeDocument/2006/relationships/notesMaster" Target="/ppt/notesMasters/notesMaster1.xml" Id="Rf47e9581e56847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30ae6e57cc42f0" /><Relationship Type="http://schemas.openxmlformats.org/officeDocument/2006/relationships/notesMaster" Target="/ppt/notesMasters/notesMaster1.xml" Id="Re6e23a1dc28e43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996e7069574b17" /><Relationship Type="http://schemas.openxmlformats.org/officeDocument/2006/relationships/notesMaster" Target="/ppt/notesMasters/notesMaster1.xml" Id="R1d28dcc3f3a74f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b03573a70d48af" /><Relationship Type="http://schemas.openxmlformats.org/officeDocument/2006/relationships/notesMaster" Target="/ppt/notesMasters/notesMaster1.xml" Id="R7387ca61165641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b6e945db874cd6" /><Relationship Type="http://schemas.openxmlformats.org/officeDocument/2006/relationships/notesMaster" Target="/ppt/notesMasters/notesMaster1.xml" Id="Rcc0f326bcc6348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8ec9239c5543fd" /><Relationship Type="http://schemas.openxmlformats.org/officeDocument/2006/relationships/notesMaster" Target="/ppt/notesMasters/notesMaster1.xml" Id="Rde2e0723b5b846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732968ab264405" /><Relationship Type="http://schemas.openxmlformats.org/officeDocument/2006/relationships/notesMaster" Target="/ppt/notesMasters/notesMaster1.xml" Id="R6f3c125c58f44a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f0eb07616a46e1" /><Relationship Type="http://schemas.openxmlformats.org/officeDocument/2006/relationships/notesMaster" Target="/ppt/notesMasters/notesMaster1.xml" Id="R65bc684858a048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25024562a3c4049" /><Relationship Type="http://schemas.openxmlformats.org/officeDocument/2006/relationships/notesMaster" Target="/ppt/notesMasters/notesMaster1.xml" Id="R1cca357fa306438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938d3ca39f499f" /><Relationship Type="http://schemas.openxmlformats.org/officeDocument/2006/relationships/notesMaster" Target="/ppt/notesMasters/notesMaster1.xml" Id="Rb0e924ad1bc84f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afa88b41244c56" /><Relationship Type="http://schemas.openxmlformats.org/officeDocument/2006/relationships/notesMaster" Target="/ppt/notesMasters/notesMaster1.xml" Id="Rf3038ad220a34fc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dac768f05d64d56" /><Relationship Type="http://schemas.openxmlformats.org/officeDocument/2006/relationships/notesMaster" Target="/ppt/notesMasters/notesMaster1.xml" Id="R687f0816130a442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c35d1100157416b" /><Relationship Type="http://schemas.openxmlformats.org/officeDocument/2006/relationships/notesMaster" Target="/ppt/notesMasters/notesMaster1.xml" Id="R53f2984d76c8449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10d993630b4d63" /><Relationship Type="http://schemas.openxmlformats.org/officeDocument/2006/relationships/notesMaster" Target="/ppt/notesMasters/notesMaster1.xml" Id="R445e2c7d9eb04b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CURRENT_STATE.md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</a:t>
            </a:r>
            <a:endParaRPr/>
          </a:p>
          <a:p xmlns:a="http://schemas.openxmlformats.org/drawingml/2006/main">
            <a:r>
              <a:t>- docs/competition-mapping.md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KNOWN_LIMITATIONS.md</a:t>
            </a:r>
          </a:p>
          <a:p xmlns:a="http://schemas.openxmlformats.org/drawingml/2006/main">
            <a:r>
              <a:t>- docs/competition-mapping.md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agentteams/trust_contract_v1.json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labops/web.py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agentteams/agent_identities_v2.json</a:t>
            </a:r>
            <a:endParaRPr/>
          </a:p>
          <a:p xmlns:a="http://schemas.openxmlformats.org/drawingml/2006/main">
            <a:r>
              <a:t>- docs/agent-identity-matrix.md</a:t>
            </a:r>
            <a:endParaRPr/>
          </a:p>
          <a:p xmlns:a="http://schemas.openxmlformats.org/drawingml/2006/main">
            <a:r>
              <a:t>- AT-004 agentteams_trace.jsonl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skills/registry.json</a:t>
            </a:r>
            <a:endParaRPr/>
          </a:p>
          <a:p xmlns:a="http://schemas.openxmlformats.org/drawingml/2006/main">
            <a:r>
              <a:t>- docs/skill-framework.md</a:t>
            </a:r>
            <a:endParaRPr/>
          </a:p>
          <a:p xmlns:a="http://schemas.openxmlformats.org/drawingml/2006/main">
            <a:r>
              <a:t>- seven skills/*/SKILL.md</a:t>
            </a:r>
            <a:endParaRPr/>
          </a:p>
          <a:p xmlns:a="http://schemas.openxmlformats.org/drawingml/2006/main">
            <a:r>
              <a:t>
[Sources]
- GOAI 2026 Agent Infra 赛道官方说明，复赛章节 09–12（用户提供 PDF）
- LabOps-Guard docs/skill-framework.md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docs/skill-framework.md</a:t>
            </a:r>
            <a:endParaRPr/>
          </a:p>
          <a:p xmlns:a="http://schemas.openxmlformats.org/drawingml/2006/main">
            <a:r>
              <a:t>- skills/control-lab-action/SKILL.md</a:t>
            </a:r>
            <a:endParaRPr/>
          </a:p>
          <a:p xmlns:a="http://schemas.openxmlformats.org/drawingml/2006/main">
            <a:r>
              <a:t>- skills/control-lab-action/references/io-schema.json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schemas/tool_contract.schema.json</a:t>
            </a:r>
            <a:endParaRPr/>
          </a:p>
          <a:p xmlns:a="http://schemas.openxmlformats.org/drawingml/2006/main">
            <a:r>
              <a:t>- labops/runner_gateway.py</a:t>
            </a:r>
            <a:endParaRPr/>
          </a:p>
          <a:p xmlns:a="http://schemas.openxmlformats.org/drawingml/2006/main">
            <a:r>
              <a:t>- runner/Dockerfile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docs/agent-identity-matrix.md</a:t>
            </a:r>
            <a:endParaRPr/>
          </a:p>
          <a:p xmlns:a="http://schemas.openxmlformats.org/drawingml/2006/main">
            <a:r>
              <a:t>-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docs/observability.md</a:t>
            </a:r>
            <a:endParaRPr/>
          </a:p>
          <a:p xmlns:a="http://schemas.openxmlformats.org/drawingml/2006/main">
            <a:r>
              <a:t>- demo/output-agentteams-at004/LABOPS-AT-004-EVAL-DRIFT-evidence-bundle.zip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Real local screenshot of labops/dashboard.html and labops/web.py</a:t>
            </a:r>
            <a:endParaRPr/>
          </a:p>
          <a:p xmlns:a="http://schemas.openxmlformats.org/drawingml/2006/main">
            <a:r>
              <a:t>- AT-002 and AT-004 archived evidence</a:t>
            </a:r>
            <a:endParaRPr/>
          </a:p>
          <a:p xmlns:a="http://schemas.openxmlformats.org/drawingml/2006/main">
            <a:r>
              <a:t>- Dashboard is read-only; write methods return 405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</a:t>
            </a:r>
            <a:endParaRPr/>
          </a:p>
          <a:p xmlns:a="http://schemas.openxmlformats.org/drawingml/2006/main">
            <a:r>
              <a:t>- demo/output-agentteams-at002/rollback_result.json</a:t>
            </a:r>
            <a:endParaRPr/>
          </a:p>
          <a:p xmlns:a="http://schemas.openxmlformats.org/drawingml/2006/main">
            <a:r>
              <a:t>- AT-002 uses an isolated adversarial fixture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</a:t>
            </a:r>
            <a:endParaRPr/>
          </a:p>
          <a:p xmlns:a="http://schemas.openxmlformats.org/drawingml/2006/main">
            <a:r>
              <a:t>-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agentteams_trace.jsonl inside the frozen AT-004 Evidence Bundle</a:t>
            </a:r>
            <a:endParaRPr/>
          </a:p>
          <a:p xmlns:a="http://schemas.openxmlformats.org/drawingml/2006/main">
            <a:r>
              <a:t>- Historical Trace proves role collaboration, not runtime skill_id telemetry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docs/trust-evaluation-report-v1.0.md</a:t>
            </a:r>
            <a:endParaRPr/>
          </a:p>
          <a:p xmlns:a="http://schemas.openxmlformats.org/drawingml/2006/main">
            <a:r>
              <a:t>- evaluation/results/trust-evaluation-suite-v1.json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Fresh Phase 9 Task 3 verification on 2026-08-26</a:t>
            </a:r>
            <a:endParaRPr/>
          </a:p>
          <a:p xmlns:a="http://schemas.openxmlformats.org/drawingml/2006/main">
            <a:r>
              <a:t>- .github/workflows/test.yml</a:t>
            </a:r>
            <a:endParaRPr/>
          </a:p>
          <a:p xmlns:a="http://schemas.openxmlformats.org/drawingml/2006/main">
            <a:r>
              <a:t>- .github/workflows/pages-public-demo.yml</a:t>
            </a:r>
            <a:endParaRPr/>
          </a:p>
          <a:p xmlns:a="http://schemas.openxmlformats.org/drawingml/2006/main">
            <a:r>
              <a:t>- scripts/verify_evidence.py</a:t>
            </a:r>
            <a:endParaRPr/>
          </a:p>
          <a:p xmlns:a="http://schemas.openxmlformats.org/drawingml/2006/main">
            <a:r>
              <a:t>
[Sources]
- GOAI 2026 Agent Infra 赛道官方说明，复赛章节 09–12（用户提供 PDF）
- LabOps-Guard docs/observability.md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LICENSE</a:t>
            </a:r>
          </a:p>
          <a:p xmlns:a="http://schemas.openxmlformats.org/drawingml/2006/main">
            <a:r>
              <a:t>- NOTICE</a:t>
            </a:r>
          </a:p>
          <a:p xmlns:a="http://schemas.openxmlformats.org/drawingml/2006/main">
            <a:r>
              <a:t>- KNOWN_LIMITATIONS.md</a:t>
            </a:r>
          </a:p>
          <a:p xmlns:a="http://schemas.openxmlformats.org/drawingml/2006/main">
            <a:r>
              <a:t>- docs/compliance/runner-sbom.json</a:t>
            </a:r>
          </a:p>
          <a:p xmlns:a="http://schemas.openxmlformats.org/drawingml/2006/main">
            <a:r>
              <a:t>- docs/compliance/runner-license-review.md</a:t>
            </a:r>
          </a:p>
          <a:p xmlns:a="http://schemas.openxmlformats.org/drawingml/2006/main">
            <a:r>
              <a:t>
[Sources]
- GOAI 2026 Agent Infra 赛道官方说明，复赛章节 09–12（用户提供 PDF）
- LabOps-Guard docs/tool-and-context-equivalence.md
- LabOps-Guard docs/toolchain-compatibility-matrix.md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</a:t>
            </a:r>
            <a:endParaRPr/>
          </a:p>
          <a:p xmlns:a="http://schemas.openxmlformats.org/drawingml/2006/main">
            <a:r>
              <a:t>- https://github.com/JAKIIC/LabOps-Guard</a:t>
            </a:r>
            <a:endParaRPr/>
          </a:p>
          <a:p xmlns:a="http://schemas.openxmlformats.org/drawingml/2006/main">
            <a:r>
              <a:t>- https://jakiic.github.io/LabOps-Guard/</a:t>
            </a:r>
            <a:endParaRPr/>
          </a:p>
          <a:p xmlns:a="http://schemas.openxmlformats.org/drawingml/2006/main">
            <a:r>
              <a:t>- Authentic QR assets retained from the source deck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128fcfa86a42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00db3cc42ab49c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16e2f1fbdc43a3" /><Relationship Type="http://schemas.openxmlformats.org/officeDocument/2006/relationships/slideLayout" Target="/ppt/slideLayouts/slideLayout1.xml" Id="Re90b552e4a84478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71eb50b320cc4613" /><Relationship Type="http://schemas.openxmlformats.org/officeDocument/2006/relationships/slideLayout" Target="/ppt/slideLayouts/slideLayout2.xml" Id="R5c6d6cd3daea4fb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0b552e4a84478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5c6d6cd3daea4fb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cf2b5610b44ac" /><Relationship Type="http://schemas.openxmlformats.org/officeDocument/2006/relationships/notesSlide" Target="/ppt/notesSlides/notesSlide1.xml" Id="R6774215d26fa4f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bf06ca8544cdc" /><Relationship Type="http://schemas.openxmlformats.org/officeDocument/2006/relationships/notesSlide" Target="/ppt/notesSlides/notesSlide2.xml" Id="R9c83778478e94c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3a8162b74d0d" /><Relationship Type="http://schemas.openxmlformats.org/officeDocument/2006/relationships/notesSlide" Target="/ppt/notesSlides/notesSlide3.xml" Id="Rb67206619e2c4e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eeb2223c848eb" /><Relationship Type="http://schemas.openxmlformats.org/officeDocument/2006/relationships/notesSlide" Target="/ppt/notesSlides/notesSlide4.xml" Id="Rb13dfa6eaec443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49b964852480e" /><Relationship Type="http://schemas.openxmlformats.org/officeDocument/2006/relationships/notesSlide" Target="/ppt/notesSlides/notesSlide5.xml" Id="R818ad416489141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d730071d6420c" /><Relationship Type="http://schemas.openxmlformats.org/officeDocument/2006/relationships/notesSlide" Target="/ppt/notesSlides/notesSlide6.xml" Id="Ra1348a324eb54f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31a03c3ab4c43" /><Relationship Type="http://schemas.openxmlformats.org/officeDocument/2006/relationships/notesSlide" Target="/ppt/notesSlides/notesSlide7.xml" Id="R0576152c9ea449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7aedd04254135" /><Relationship Type="http://schemas.openxmlformats.org/officeDocument/2006/relationships/notesSlide" Target="/ppt/notesSlides/notesSlide8.xml" Id="R540d3a29b1e94b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429eaff4e49c8" /><Relationship Type="http://schemas.openxmlformats.org/officeDocument/2006/relationships/notesSlide" Target="/ppt/notesSlides/notesSlide9.xml" Id="R4f3234706c5f44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5f2be8def4878" /><Relationship Type="http://schemas.openxmlformats.org/officeDocument/2006/relationships/notesSlide" Target="/ppt/notesSlides/notesSlide10.xml" Id="R4d9aa80918b94f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ba8fcebe643d7" /><Relationship Type="http://schemas.openxmlformats.org/officeDocument/2006/relationships/image" Target="/ppt/media/image.jpeg" Id="Ra4eb4dd88d454eb8" /><Relationship Type="http://schemas.openxmlformats.org/officeDocument/2006/relationships/notesSlide" Target="/ppt/notesSlides/notesSlide11.xml" Id="R32a8b008de6c4c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4a90826014b92" /><Relationship Type="http://schemas.openxmlformats.org/officeDocument/2006/relationships/notesSlide" Target="/ppt/notesSlides/notesSlide12.xml" Id="Rc16bb8e48d1a48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1a2f7932c4f4a" /><Relationship Type="http://schemas.openxmlformats.org/officeDocument/2006/relationships/image" Target="/ppt/media/image.png" Id="Rb0842852ee6248d1" /><Relationship Type="http://schemas.openxmlformats.org/officeDocument/2006/relationships/notesSlide" Target="/ppt/notesSlides/notesSlide13.xml" Id="R4bdefbaf4e8642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4dd4582a746e9" /><Relationship Type="http://schemas.openxmlformats.org/officeDocument/2006/relationships/notesSlide" Target="/ppt/notesSlides/notesSlide14.xml" Id="R36cf4c4c7d8d459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410a281104ef7" /><Relationship Type="http://schemas.openxmlformats.org/officeDocument/2006/relationships/notesSlide" Target="/ppt/notesSlides/notesSlide15.xml" Id="R06ab961cdfc441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75581e41b4fc5" /><Relationship Type="http://schemas.openxmlformats.org/officeDocument/2006/relationships/notesSlide" Target="/ppt/notesSlides/notesSlide16.xml" Id="Rc6ec988f8f91497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18f9ed0f44c50" /><Relationship Type="http://schemas.openxmlformats.org/officeDocument/2006/relationships/notesSlide" Target="/ppt/notesSlides/notesSlide17.xml" Id="Ra5eb9a412844430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e7040db2a4cda" /><Relationship Type="http://schemas.openxmlformats.org/officeDocument/2006/relationships/image" Target="/ppt/media/image2.png" Id="R98f3b124137b4fbf" /><Relationship Type="http://schemas.openxmlformats.org/officeDocument/2006/relationships/image" Target="/ppt/media/image3.png" Id="R7056a280c4b54fe3" /><Relationship Type="http://schemas.openxmlformats.org/officeDocument/2006/relationships/notesSlide" Target="/ppt/notesSlides/notesSlide18.xml" Id="R728e778b930246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519CCF-7FDE-441F-9154-9A613CEC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 2026 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063C60-2A9A-4F4D-AAB4-E7474A4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LabOps-Guard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 Agent 执行与治理基础设施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CCC9D5-5F82-416A-B422-40CECB2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　　　　　　　　AgentTeams · 复赛方案 · v1.0-rc1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D7630DE-4C8F-4706-AF33-3313C89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Trust Infrastructure for Production Agent Systems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0 contained">
            <a:extLst xmlns:a="http://schemas.openxmlformats.org/drawingml/2006/main">
              <a:ext uri="{FF2B5EF4-FFF2-40B4-BE49-F238E27FC236}">
                <a16:creationId xmlns:a16="http://schemas.microsoft.com/office/drawing/2014/main" id="{5E02FF2A-C001-49B7-9AF6-E47DE8E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1" name="Shape 1 contained">
            <a:extLst xmlns:a="http://schemas.openxmlformats.org/drawingml/2006/main">
              <a:ext uri="{FF2B5EF4-FFF2-40B4-BE49-F238E27FC236}">
                <a16:creationId xmlns:a16="http://schemas.microsoft.com/office/drawing/2014/main" id="{5A320F3E-529E-4E77-AB04-7C83F75C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2" name="Shape 2 contained">
            <a:extLst xmlns:a="http://schemas.openxmlformats.org/drawingml/2006/main">
              <a:ext uri="{FF2B5EF4-FFF2-40B4-BE49-F238E27FC236}">
                <a16:creationId xmlns:a16="http://schemas.microsoft.com/office/drawing/2014/main" id="{4F7E25E2-5EF3-4635-8839-0F4391D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76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532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复赛 · Trust Gap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Agent 获得真实执行权限后，谁来证明它值得信任？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身份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谁在行动？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权限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它获准做什么？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Policy + Approval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执行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真实改了什么？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Secure Runner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证据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结果能否复核？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审计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谁能判定成功？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Independent Auditor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失败能否阻断？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BLOCKED / ROLLED_BACK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01 · 真实实验室流程与价值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一次评测漂移，为什么会变成跨角色返工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证据分散、责任交叉、重复运行；LabOps 把采证、审批、执行与审计固化为证据链。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传统实验室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多轮人工返工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值班发现 → 工程师找证据 → 研究员分析 → 负责人审批 → 修改重跑 → 独立复核。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LabOps 引入后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一次受控闭环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 → Approval → Runner → Audit；每步有 owner 与证据引用。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953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受控指标：人工接触 · 消息往返 · 重复运行 · 证据完整度 · 错误关闭 · 处理时间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664099-3C14-48C2-A659-F4A6E38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02 · Agent Trust Layer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A04622-409E-4F5D-854E-61D25BEA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行动变成可验证工程事件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64869E-4254-4AAA-9D05-EA73B50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17B3F63D-7ECD-41D2-910E-53FFB2D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Agent Application → Trust Layer → Secure Runtime → Engineering Environment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5E18CD-BD3A-4969-B817-65267EE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B8825C-EBD4-4FAD-9618-6AAF680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ecision-plane">
            <a:extLst xmlns:a="http://schemas.openxmlformats.org/drawingml/2006/main">
              <a:ext uri="{FF2B5EF4-FFF2-40B4-BE49-F238E27FC236}">
                <a16:creationId xmlns:a16="http://schemas.microsoft.com/office/drawing/2014/main" id="{601E6B86-CD2B-4F4F-BCC3-6BC4E29A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编排层 · AgentTeams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</a:t>
            </a:r>
          </a:p>
        </p:txBody>
      </p:sp>
      <p:sp>
        <p:nvSpPr>
          <p:cNvPr id="42" name="approval-gate">
            <a:extLst xmlns:a="http://schemas.openxmlformats.org/drawingml/2006/main">
              <a:ext uri="{FF2B5EF4-FFF2-40B4-BE49-F238E27FC236}">
                <a16:creationId xmlns:a16="http://schemas.microsoft.com/office/drawing/2014/main" id="{43C0206A-BDF8-4E5C-84B1-608E03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信任层 · Trust Contract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 · Skill · Policy · Approval</a:t>
            </a:r>
          </a:p>
        </p:txBody>
      </p:sp>
      <p:sp>
        <p:nvSpPr>
          <p:cNvPr id="43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F5304905-7151-4125-8A27-7B94975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667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执行层 · Secure Runtime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Execution · Evidence · Audit</a:t>
            </a:r>
          </a:p>
        </p:txBody>
      </p:sp>
      <p:sp>
        <p:nvSpPr>
          <p:cNvPr id="44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829BE3FC-63FB-4E83-A4C9-1FF119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Identity     Skill     Policy     Approval     Execution     Evidence     Audit</a:t>
            </a:r>
          </a:p>
        </p:txBody>
      </p:sp>
      <p:sp>
        <p:nvSpPr>
          <p:cNvPr id="45" name="closure-rule">
            <a:extLst xmlns:a="http://schemas.openxmlformats.org/drawingml/2006/main">
              <a:ext uri="{FF2B5EF4-FFF2-40B4-BE49-F238E27FC236}">
                <a16:creationId xmlns:a16="http://schemas.microsoft.com/office/drawing/2014/main" id="{2ACC1F24-1BA6-4B5C-9440-24D5C8B5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149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Control Plane 保持逻辑架构；Dashboard 只读，不生成综合评分。</a:t>
            </a:r>
          </a:p>
        </p:txBody>
      </p:sp>
    </p:spTree>
    <p:extLst>
      <p:ext uri="{BB962C8B-B14F-4D97-AF65-F5344CB8AC3E}">
        <p14:creationId xmlns:p14="http://schemas.microsoft.com/office/powerpoint/2010/main" val="1113680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AgentTeams 六角色真实协作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任务分派、上下文、状态与责任全部可核验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handoff 绑定 task / incident / attempt、输入输出 artifact、状态、时间与 Matrix event ID。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01 Commander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 · 发布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02 Collector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白名单采证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03 RCA Analyst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证据约束假设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04 Planner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单变量计划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05 Executor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批准后执行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06 Auditor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独立裁决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Commander → Collector → Analyst → Planner → Executor → Auditor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异常恢复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BLOCKED → Retry / Reassign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Takeover / new attempt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责任边界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真人 Approval ≠ Human Takeover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Auditor 独占终态裁决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54F6F5-E940-4EAB-968D-6CAD50E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Skill Engineering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9E4242-38E1-42A7-81AE-68162110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7 个 Skill：工程契约完整，证据边界清晰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B276A-F532-4505-B423-D2A6ECB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8BA9B5-1EAE-4156-901D-BA9E715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03EFBA-1EC9-4771-86E2-9214582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7 个 Skill 声明 Owner、I/O、调用条件、工具权限、失败、安全、验证与复用。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6F765-235A-479C-84D3-B8BD532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3C272-126D-44D8-BF39-3DC16FB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0CDF9-76F5-4AAE-B45F-41431BD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DE07BD-0B55-48FD-B2E5-C11C74D8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skill-0">
            <a:extLst xmlns:a="http://schemas.openxmlformats.org/drawingml/2006/main">
              <a:ext uri="{FF2B5EF4-FFF2-40B4-BE49-F238E27FC236}">
                <a16:creationId xmlns:a16="http://schemas.microsoft.com/office/drawing/2014/main" id="{C964DBD8-C07C-4BB2-BB87-DB6E54B3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collect-lab-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Collector</a:t>
            </a:r>
          </a:p>
        </p:txBody>
      </p:sp>
      <p:sp>
        <p:nvSpPr>
          <p:cNvPr id="44" name="skill-1">
            <a:extLst xmlns:a="http://schemas.openxmlformats.org/drawingml/2006/main">
              <a:ext uri="{FF2B5EF4-FFF2-40B4-BE49-F238E27FC236}">
                <a16:creationId xmlns:a16="http://schemas.microsoft.com/office/drawing/2014/main" id="{359D708B-8CAF-46BF-8CEF-7E5226CB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diagnose-lab-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incident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RCA</a:t>
            </a:r>
          </a:p>
        </p:txBody>
      </p:sp>
      <p:sp>
        <p:nvSpPr>
          <p:cNvPr id="45" name="skill-2">
            <a:extLst xmlns:a="http://schemas.openxmlformats.org/drawingml/2006/main">
              <a:ext uri="{FF2B5EF4-FFF2-40B4-BE49-F238E27FC236}">
                <a16:creationId xmlns:a16="http://schemas.microsoft.com/office/drawing/2014/main" id="{EF23F681-CF83-4B32-9AB9-6D4E742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plan-lab-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experiment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v0.2.1 · Planner</a:t>
            </a:r>
          </a:p>
        </p:txBody>
      </p:sp>
      <p:sp>
        <p:nvSpPr>
          <p:cNvPr id="46" name="skill-3">
            <a:extLst xmlns:a="http://schemas.openxmlformats.org/drawingml/2006/main">
              <a:ext uri="{FF2B5EF4-FFF2-40B4-BE49-F238E27FC236}">
                <a16:creationId xmlns:a16="http://schemas.microsoft.com/office/drawing/2014/main" id="{080F0E7F-5048-4EDE-8656-E864012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action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Executor</a:t>
            </a:r>
          </a:p>
        </p:txBody>
      </p:sp>
      <p:sp>
        <p:nvSpPr>
          <p:cNvPr id="47" name="skill-4">
            <a:extLst xmlns:a="http://schemas.openxmlformats.org/drawingml/2006/main">
              <a:ext uri="{FF2B5EF4-FFF2-40B4-BE49-F238E27FC236}">
                <a16:creationId xmlns:a16="http://schemas.microsoft.com/office/drawing/2014/main" id="{E1FE28AF-57C2-4864-933C-4D7A98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verify-lab-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result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v0.2.0 · Auditor</a:t>
            </a:r>
          </a:p>
        </p:txBody>
      </p:sp>
      <p:sp>
        <p:nvSpPr>
          <p:cNvPr id="48" name="schema-rail">
            <a:extLst xmlns:a="http://schemas.openxmlformats.org/drawingml/2006/main">
              <a:ext uri="{FF2B5EF4-FFF2-40B4-BE49-F238E27FC236}">
                <a16:creationId xmlns:a16="http://schemas.microsoft.com/office/drawing/2014/main" id="{81CA4F4B-2A94-47EB-9B10-C42FB2B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634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Registry · Version · Owner · I/O · Invocation · Tool · Failure · Security · Release · Rollback · Quality Eval</a:t>
            </a:r>
          </a:p>
        </p:txBody>
      </p:sp>
      <p:sp>
        <p:nvSpPr>
          <p:cNvPr id="49" name="pack-memory">
            <a:extLst xmlns:a="http://schemas.openxmlformats.org/drawingml/2006/main">
              <a:ext uri="{FF2B5EF4-FFF2-40B4-BE49-F238E27FC236}">
                <a16:creationId xmlns:a16="http://schemas.microsoft.com/office/drawing/2014/main" id="{2D348C02-BC1F-411E-8E61-87B67E5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10125"/>
            <a:ext cx="6096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Runtime evidence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control-lab-action: Gateway-verifiable  ·  other 6: hook required</a:t>
            </a:r>
          </a:p>
        </p:txBody>
      </p:sp>
    </p:spTree>
    <p:extLst>
      <p:ext uri="{BB962C8B-B14F-4D97-AF65-F5344CB8AC3E}">
        <p14:creationId xmlns:p14="http://schemas.microsoft.com/office/powerpoint/2010/main" val="872401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Agent / Skill / Tool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一个 Skill 的真实 Tool 绑定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新 live verifier 仅在归档契约与 Gateway / Runner 证据一致时确认。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Safe Executor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不能自证成功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control-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lab-action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版本化契约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Tool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Runner Gateway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外部执行接口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Input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Approved Plan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+ Approval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Output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 Result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+ Manifest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Boundary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paths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safe-executor → control-lab-action → labops.runner.execute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Fail closed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missing / reduced / forged contract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→ BLOCKED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 boundary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 Skill: Gateway-verifiable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6 Skills: CONFIGURED / hook required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Policy / Approval / Tool Contract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真人批准必须与具体计划强绑定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ApprovalGrant v1 绑定计划哈希、范围、副作用、保护对象、预算、时效、nonce 与 run。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受控入口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Plan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Secure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Plan hash → scope → protected resources → budget → expiry → nonce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incident_id · plan_id · canonical SHA-256 · run_id · approved_at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ApprovalGrant v1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范围 / 副作用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保护对象 / 预算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时效 / nonce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执行隔离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non-root · read-only rootfs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output 与 tmp 可写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运行限制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CPU / memory / PID / timeout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审计输出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metrics / stdout / stderr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manifest / run_result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任一绑定不一致或重放 → Runner 不启动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06 · Independent Auditor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Executor 的成功声明不能关闭事故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Auditor 从原始产物独立重算后置条件、保护哈希、审批时序与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职责分离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produces artifacts                 decides terminal state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verification-auditor 可以产生终态裁决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 / raw outputs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hashes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/ manifest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 timing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PASS / BLOCKED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编辑产物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复用 claimed score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90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Independent Auditor 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Trace / Evidence / Audit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Trace 与 Evidence Bundle 形成可复核链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Matrix 记录事件顺序，Runner 与 MinIO 保存原始产物；Bundle 由 allowlist 封装。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权威载体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Trace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Bundle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hash-chained events                 immutable artifacts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Trace · Log · Metrics · Artifact · Approval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完整性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SHA-256 member set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+ sizes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allowlisted paths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共享状态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Matrix + MinIO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case memory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只读投影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Dashboard 重算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不改变状态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证据缺失或哈希不符 →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08 · Trust Dashboard · REAL UI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真实只读 Dashboard：五段证据链</a:t>
            </a:r>
            <a:endParaRPr sz="29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/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b4dd88d454eb8"/>
          <a:srcRect xmlns:a="http://schemas.openxmlformats.org/drawingml/2006/main" l="0" t="11709" r="0" b="11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428750"/>
            <a:ext cx="11049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09 · 风险路径：AT-002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危险 metric 修改在受保护边界内被拒绝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AT-002 使用隔离 adversarial fixture；不代表真实生产资源已被越权修改。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受保护动作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metric.py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DENIED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policy check                      protected-resource rejection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 → rollback verification → terminal not RESOLVED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事实边界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isolated fixture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metric logic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protected resource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execution denied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original hash restored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independent verdict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rollback verified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POLICY_VIOLATION / ROLLED_BACK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10 · 合法路径：AT-004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合法行动经 Auditor 独立裁决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仅允许修改预处理配置；metric、model、data、checkpoint 等保护对象保持不变。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三次独立复算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97.81%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candidate ×3 · spread 0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精确值：71.875% × 3 → 97.8124976% × 3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审批与能力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 &lt; run start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host 8/8 · runner 10/10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保护边界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组文件哈希不变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only 1 sandbox field changed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0.2.0 · CPU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non-root · 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独立审计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27 ZIP entries · 7 Trace entries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 / ACCEPTED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Verification Auditor：PASS / RESOLVED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842852ee6248d1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11 · AgentTeams / Trace 真证据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真实 handoff 由 Trace 证明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冻结 AT-004 Trace 含 actor、event_id、task_id、时间与哈希链；不含 runtime skill_id event。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REAL RUN EVIDENCE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16:52:40Z                         17:13:50Z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task → evidence → RCA → plan → approval → run → verification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Trace identity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LABOPS-AT-004-EVAL-DRIFT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Matrix event_id + SHA-256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Manager → Collector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task_accepted_dispatched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16:52:40Z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Analyst → Planner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hypotheses_ranked → plan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16:59:45Z / 17:04:45Z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Executor → Auditor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run_executed → verification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17:11:32Z / 17:13:50Z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2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CHAIN_OK · 7 entries · RESOLVED · 历史 Trace 不含 runtime skill_id event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12 · Trust Evaluation Suite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个治理案例与 Oracle 全部一致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输入与 Oracle 隔离；Suite 只验证治理规则，不衡量通用 Agent 推理或生产安全性。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Suite v1.0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CASES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MATCH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fixed governance inputs            sealed Oracle decisions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 legal cases · 8 cases that must not resolve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 violation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2/2 correctly rejected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before controlled run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Evidence classification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10/10 matched Oracle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complete vs incomplete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False resolution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0 of 8 non-resolved cases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were closed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Independent audit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10/10 decisions require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valid Auditor authority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10/10 Oracle match · 8 个非关闭案例无错误关闭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9515D8-879F-4E3D-A7C5-89CC0F9B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13 · Engineering Validation &amp; Recovery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408BC-1BE4-4547-9ACB-C98C08C5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167 项测试覆盖正常闭环与异常接管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1288F90-79BA-4C9C-A15F-75B54B4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Approval、Session 隔离、Recovery / Takeover 与 Skill binding 均有自动化回归。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open-now-label">
            <a:extLst xmlns:a="http://schemas.openxmlformats.org/drawingml/2006/main">
              <a:ext uri="{FF2B5EF4-FFF2-40B4-BE49-F238E27FC236}">
                <a16:creationId xmlns:a16="http://schemas.microsoft.com/office/drawing/2014/main" id="{BDB948B9-8336-4FC8-9D51-86FE7CB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40" name="open-now">
            <a:extLst xmlns:a="http://schemas.openxmlformats.org/drawingml/2006/main">
              <a:ext uri="{FF2B5EF4-FFF2-40B4-BE49-F238E27FC236}">
                <a16:creationId xmlns:a16="http://schemas.microsoft.com/office/drawing/2014/main" id="{821AA509-153A-4A62-906B-4DC81166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167 tests passed  ·  Approval / Live Session / Recovery / Skill binding</a:t>
            </a:r>
          </a:p>
        </p:txBody>
      </p:sp>
      <p:sp>
        <p:nvSpPr>
          <p:cNvPr id="41" name="gates-label">
            <a:extLst xmlns:a="http://schemas.openxmlformats.org/drawingml/2006/main">
              <a:ext uri="{FF2B5EF4-FFF2-40B4-BE49-F238E27FC236}">
                <a16:creationId xmlns:a16="http://schemas.microsoft.com/office/drawing/2014/main" id="{8DFA1DC7-615F-4BC2-BE4F-9A08E4F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Evidence / Interface</a:t>
            </a:r>
          </a:p>
        </p:txBody>
      </p:sp>
      <p:sp>
        <p:nvSpPr>
          <p:cNvPr id="42" name="gates">
            <a:extLst xmlns:a="http://schemas.openxmlformats.org/drawingml/2006/main">
              <a:ext uri="{FF2B5EF4-FFF2-40B4-BE49-F238E27FC236}">
                <a16:creationId xmlns:a16="http://schemas.microsoft.com/office/drawing/2014/main" id="{6A6CA3CA-B9F6-4F80-95F9-5E3D70B6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AT-002/003/004 SHA-256 PASS  ·  Public Demo fresh  ·  write methods 405</a:t>
            </a:r>
          </a:p>
        </p:txBody>
      </p:sp>
      <p:sp>
        <p:nvSpPr>
          <p:cNvPr id="43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C8D6E492-D9C1-40EC-A4E1-A6CC830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Recovery / Takeover</a:t>
            </a:r>
          </a:p>
        </p:txBody>
      </p:sp>
      <p:sp>
        <p:nvSpPr>
          <p:cNvPr id="44" name="future">
            <a:extLst xmlns:a="http://schemas.openxmlformats.org/drawingml/2006/main">
              <a:ext uri="{FF2B5EF4-FFF2-40B4-BE49-F238E27FC236}">
                <a16:creationId xmlns:a16="http://schemas.microsoft.com/office/drawing/2014/main" id="{20FCB83D-14F9-48CB-BBC4-802B587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structured failure signal · retry budget · reassign proof · escalation / takeover · Auditor final</a:t>
            </a:r>
          </a:p>
        </p:txBody>
      </p:sp>
    </p:spTree>
    <p:extLst>
      <p:ext uri="{BB962C8B-B14F-4D97-AF65-F5344CB8AC3E}">
        <p14:creationId xmlns:p14="http://schemas.microsoft.com/office/powerpoint/2010/main" val="8062771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14 · Open Source / Boundary / Roadmap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开放复用，生产边界与运维路线同样明确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Apache-2.0 源码、7 Skills、Schema、Evidence、CI 与 Public Demo 支持第三方复核；生产能力分层规划。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开放复用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Source-first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GitHub / Public Demo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Skill contracts / Schemas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3 Evidence Bundles / CI / SBOM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当前边界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MCP 等价契约；无 RAG：Shared State + Trace；本地五信号，不宣称 OTel backend、HA 或多租户。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3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工具链：版本/权限/迁移已披露 · MCP/OTel 仅适配器路线 · 官方工具不按数量堆叠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56F462-837E-4A2C-9B8B-B5CBAB5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15 · Closing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68E1CC-0218-401F-A6F8-E444CC12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行动从“模型自述”变成“可验证工程事件”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F16AA40-8CA5-44FE-9A71-704B4B0C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F3F9DC-D0B4-4BCB-AE9B-4A39153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Trust Infrastructure for Production Agent Systems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C9CC-2520-4ACD-8CD2-5632A5BB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9AE421-A5B3-4361-825E-62EF8DA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one-phase">
            <a:extLst xmlns:a="http://schemas.openxmlformats.org/drawingml/2006/main">
              <a:ext uri="{FF2B5EF4-FFF2-40B4-BE49-F238E27FC236}">
                <a16:creationId xmlns:a16="http://schemas.microsoft.com/office/drawing/2014/main" id="{F8150252-F88C-4A06-A96B-BCD1D2B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3000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Governed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Identity · Skill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Policy · Approval</a:t>
            </a:r>
          </a:p>
        </p:txBody>
      </p:sp>
      <p:sp>
        <p:nvSpPr>
          <p:cNvPr id="42" name="gate-phase">
            <a:extLst xmlns:a="http://schemas.openxmlformats.org/drawingml/2006/main">
              <a:ext uri="{FF2B5EF4-FFF2-40B4-BE49-F238E27FC236}">
                <a16:creationId xmlns:a16="http://schemas.microsoft.com/office/drawing/2014/main" id="{FF33ECCB-8BEB-404F-B2FC-E457804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238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Verifiable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Secure Execution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Trace · Evidence · Audit</a:t>
            </a:r>
          </a:p>
        </p:txBody>
      </p:sp>
      <p:sp>
        <p:nvSpPr>
          <p:cNvPr id="43" name="next-phase">
            <a:extLst xmlns:a="http://schemas.openxmlformats.org/drawingml/2006/main">
              <a:ext uri="{FF2B5EF4-FFF2-40B4-BE49-F238E27FC236}">
                <a16:creationId xmlns:a16="http://schemas.microsoft.com/office/drawing/2014/main" id="{03DC9AE0-E3CA-48E4-8CA3-B912E34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30956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Reusable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7 Skill Contracts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Schemas · Public Demo</a:t>
            </a:r>
          </a:p>
        </p:txBody>
      </p:sp>
      <p:sp>
        <p:nvSpPr>
          <p:cNvPr id="44" name="risk-rule">
            <a:extLst xmlns:a="http://schemas.openxmlformats.org/drawingml/2006/main">
              <a:ext uri="{FF2B5EF4-FFF2-40B4-BE49-F238E27FC236}">
                <a16:creationId xmlns:a16="http://schemas.microsoft.com/office/drawing/2014/main" id="{2F64D684-0D9F-4ECC-9A59-03A3548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8637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015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LabOps-Guard does not make agents smarter. It makes agent execution verifiable and governable.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f3b124137b4fbf"/>
          <a:stretch xmlns:a="http://schemas.openxmlformats.org/drawingml/2006/main"/>
        </p:blipFill>
        <p:spPr>
          <a:xfrm xmlns:a="http://schemas.openxmlformats.org/drawingml/2006/main">
            <a:off x="10668000" y="685800"/>
            <a:ext cx="838200" cy="838200"/>
          </a:xfrm>
          <a:prstGeom xmlns:a="http://schemas.openxmlformats.org/drawingml/2006/main" prst="rect">
            <a:avLst/>
          </a:prstGeom>
        </p:spPr>
      </p:pic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6a280c4b54fe3"/>
          <a:stretch xmlns:a="http://schemas.openxmlformats.org/drawingml/2006/main"/>
        </p:blipFill>
        <p:spPr>
          <a:xfrm xmlns:a="http://schemas.openxmlformats.org/drawingml/2006/main">
            <a:off x="9667875" y="685800"/>
            <a:ext cx="838200" cy="838200"/>
          </a:xfrm>
          <a:prstGeom xmlns:a="http://schemas.openxmlformats.org/drawingml/2006/main" prst="rect">
            <a:avLst/>
          </a:prstGeom>
        </p:spPr>
      </p:pic>
      <p:sp>
        <p:nvSpPr>
          <p:cNvPr id="47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64C9BE24-B2C0-4CAD-AF25-FE881D07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6210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GitHub</a:t>
            </a:r>
          </a:p>
        </p:txBody>
      </p:sp>
      <p:sp>
        <p:nvSpPr>
          <p:cNvPr id="48" name="demo-qr-label">
            <a:extLst xmlns:a="http://schemas.openxmlformats.org/drawingml/2006/main">
              <a:ext uri="{FF2B5EF4-FFF2-40B4-BE49-F238E27FC236}">
                <a16:creationId xmlns:a16="http://schemas.microsoft.com/office/drawing/2014/main" id="{FE8B1A58-8F5F-4CA7-81F1-16D0629C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156210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Public Demo</a:t>
            </a:r>
          </a:p>
        </p:txBody>
      </p:sp>
    </p:spTree>
    <p:extLst>
      <p:ext uri="{BB962C8B-B14F-4D97-AF65-F5344CB8AC3E}">
        <p14:creationId xmlns:p14="http://schemas.microsoft.com/office/powerpoint/2010/main" val="18166553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2026-08-28T09:09:34.5300000Z</dcterms:created>
  <dcterms:modified xsi:type="dcterms:W3CDTF">2026-08-28T09:09:34.5300000Z</dcterms:modified>
</coreProperties>
</file>